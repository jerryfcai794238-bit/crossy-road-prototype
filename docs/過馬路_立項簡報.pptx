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開場聚焦於熟悉的過馬路題材，透過可讀危險、推擠與地圖道具形成同場競速。</a:t>
            </a:r>
          </a:p>
          <a:p>
            <a:endParaRPr/>
          </a:p>
          <a:p>
            <a:r>
              <a:t>[Sources]</a:t>
            </a:r>
          </a:p>
          <a:p>
            <a:r>
              <a:t>- Internal source: docs/過馬路_立項簡報.pptx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章節名稱直接對應後續主標題，從加入與計分走到地圖道具，再以 Q&amp;A 收束。</a:t>
            </a:r>
          </a:p>
          <a:p>
            <a:endParaRPr/>
          </a:p>
          <a:p>
            <a:r>
              <a:t>[Sources]</a:t>
            </a:r>
          </a:p>
          <a:p>
            <a:r>
              <a:t>- Internal source: docs/過馬路_立項簡報.pptx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安全進場、起算時點與個人計分維持既有語意；插圖改為具真實透明背景的原創玩具城市場景。</a:t>
            </a:r>
          </a:p>
          <a:p>
            <a:endParaRPr/>
          </a:p>
          <a:p>
            <a:r>
              <a:t>[Sources]</a:t>
            </a:r>
          </a:p>
          <a:p>
            <a:r>
              <a:t>- Internal source: docs/過馬路GDD.html</a:t>
            </a:r>
          </a:p>
          <a:p>
            <a:r>
              <a:t>- AI illustration: generated with built-in imagegen for this slide; no external source.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核心循環從觀察紅綠燈開始，再進入決策、移動或推擠、判定與局勢更新；流程圖維持原生可編輯。</a:t>
            </a:r>
          </a:p>
          <a:p>
            <a:endParaRPr/>
          </a:p>
          <a:p>
            <a:r>
              <a:t>[Sources]</a:t>
            </a:r>
          </a:p>
          <a:p>
            <a:r>
              <a:t>- Internal source: docs/過馬路_立項簡報.pptx; core-loop nodes and connectors.</a:t>
            </a:r>
          </a:p>
          <a:p>
            <a:r>
              <a:t>- Internal source illustration moved from source slide 3: scratch/pptx-topic-questionbox-20260901-201500/assets/slide04-traffic-light-core-loop.png.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推擠仍呈現隊列疏通、連鎖移動與風險交換；插圖改為有五官表情且材質一致的原創 Q 版玩具角色。</a:t>
            </a:r>
          </a:p>
          <a:p>
            <a:endParaRPr/>
          </a:p>
          <a:p>
            <a:r>
              <a:t>[Sources]</a:t>
            </a:r>
          </a:p>
          <a:p>
            <a:r>
              <a:t>- Internal source: docs/過馬路GDD.html</a:t>
            </a:r>
          </a:p>
          <a:p>
            <a:r>
              <a:t>- AI illustration: generated with built-in imagegen for this slide; no external source.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本頁呈現候選道具例：問號箱碰撞後取得隨機道具，泡泡盾、彈簧拳與積分道具形成防守、干擾與繞路取分選擇。此頁為候選研究方向，不代表已實作或已上線規則。</a:t>
            </a:r>
          </a:p>
          <a:p>
            <a:endParaRPr/>
          </a:p>
          <a:p>
            <a:r>
              <a:t>[Sources]</a:t>
            </a:r>
          </a:p>
          <a:p>
            <a:r>
              <a:t>- Candidate item-example library: docs/future-map-mechanics.html</a:t>
            </a:r>
          </a:p>
          <a:p>
            <a:r>
              <a:t>- AI illustration: generated with built-in imagegen for this slide; no external source.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收束到討論：從加入與計分、核心循環、推擠機制與地圖道具，確認下一步決策。</a:t>
            </a:r>
          </a:p>
          <a:p>
            <a:endParaRPr/>
          </a:p>
          <a:p>
            <a:r>
              <a:t>[Sources]</a:t>
            </a:r>
          </a:p>
          <a:p>
            <a:r>
              <a:t>- Internal source: docs/過馬路_立項簡報.pptx; source slide 8 Q&amp;A composition and illustration.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81375" y="1005073"/>
            <a:ext cx="8715375" cy="4905005"/>
          </a:xfrm>
          <a:prstGeom prst="rect">
            <a:avLst/>
          </a:prstGeom>
        </p:spPr>
      </p:pic>
      <p:sp>
        <p:nvSpPr>
          <p:cNvPr id="19" name="eyebrow-INTERNAL GREENLIGHT / 2026">
            <a:extLst>
              <a:ext uri="{FF2B5EF4-FFF2-40B4-BE49-F238E27FC236}">
                <a16:creationId xmlns:a16="http://schemas.microsoft.com/office/drawing/2014/main" id="{80EC0680-8D29-4AD5-AC1A-F4D8BB34A583}"/>
              </a:ext>
            </a:extLst>
          </p:cNvPr>
          <p:cNvSpPr>
            <a:spLocks noGrp="1"/>
          </p:cNvSpPr>
          <p:nvPr/>
        </p:nvSpPr>
        <p:spPr>
          <a:xfrm>
            <a:off x="704850" y="7048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INTERNAL GREENLIGHT / 2026</a:t>
            </a:r>
          </a:p>
        </p:txBody>
      </p:sp>
      <p:sp>
        <p:nvSpPr>
          <p:cNvPr id="20" name="cover-title">
            <a:extLst>
              <a:ext uri="{FF2B5EF4-FFF2-40B4-BE49-F238E27FC236}">
                <a16:creationId xmlns:a16="http://schemas.microsoft.com/office/drawing/2014/main" id="{CE2A186B-A9A9-4100-9DDB-F497E3C89D4A}"/>
              </a:ext>
            </a:extLst>
          </p:cNvPr>
          <p:cNvSpPr>
            <a:spLocks noGrp="1"/>
          </p:cNvSpPr>
          <p:nvPr/>
        </p:nvSpPr>
        <p:spPr>
          <a:xfrm>
            <a:off x="704850" y="1352550"/>
            <a:ext cx="3714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540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540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過馬路</a:t>
            </a:r>
          </a:p>
        </p:txBody>
      </p:sp>
      <p:sp>
        <p:nvSpPr>
          <p:cNvPr id="21" name="cover-subtitle">
            <a:extLst>
              <a:ext uri="{FF2B5EF4-FFF2-40B4-BE49-F238E27FC236}">
                <a16:creationId xmlns:a16="http://schemas.microsoft.com/office/drawing/2014/main" id="{207EF04B-B172-485F-95CD-BADC7277AA4D}"/>
              </a:ext>
            </a:extLst>
          </p:cNvPr>
          <p:cNvSpPr>
            <a:spLocks noGrp="1"/>
          </p:cNvSpPr>
          <p:nvPr/>
        </p:nvSpPr>
        <p:spPr>
          <a:xfrm>
            <a:off x="733425" y="2381250"/>
            <a:ext cx="342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100" b="1" dirty="0" err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把熟悉的一步</a:t>
            </a:r>
            <a:r>
              <a:rPr sz="2100" b="1" dirty="0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，</a:t>
            </a:r>
          </a:p>
          <a:p>
            <a:pPr algn="l">
              <a:buNone/>
              <a:defRPr sz="210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100" b="1" dirty="0" err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變成可逆轉的同場競速</a:t>
            </a:r>
            <a:endParaRPr sz="2100" b="1" dirty="0">
              <a:solidFill>
                <a:srgbClr val="173042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22" name="cover-lead">
            <a:extLst>
              <a:ext uri="{FF2B5EF4-FFF2-40B4-BE49-F238E27FC236}">
                <a16:creationId xmlns:a16="http://schemas.microsoft.com/office/drawing/2014/main" id="{DBD90C42-5F18-4C8C-910A-7B16E006A914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323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425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玩家看得懂危險，也能用推擠與道具改變局勢。</a:t>
            </a:r>
          </a:p>
        </p:txBody>
      </p:sp>
      <p:sp>
        <p:nvSpPr>
          <p:cNvPr id="23" name="signal-body-1">
            <a:extLst>
              <a:ext uri="{FF2B5EF4-FFF2-40B4-BE49-F238E27FC236}">
                <a16:creationId xmlns:a16="http://schemas.microsoft.com/office/drawing/2014/main" id="{96BE8611-BCF0-4CEA-9B07-020BB1E3B611}"/>
              </a:ext>
            </a:extLst>
          </p:cNvPr>
          <p:cNvSpPr>
            <a:spLocks noGrp="1"/>
          </p:cNvSpPr>
          <p:nvPr/>
        </p:nvSpPr>
        <p:spPr>
          <a:xfrm>
            <a:off x="11353800" y="5953125"/>
            <a:ext cx="323850" cy="666750"/>
          </a:xfrm>
          <a:prstGeom prst="roundRect">
            <a:avLst>
              <a:gd name="adj" fmla="val 29412"/>
            </a:avLst>
          </a:prstGeom>
          <a:solidFill>
            <a:srgbClr val="152B3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24" name="signal-red-1">
            <a:extLst>
              <a:ext uri="{FF2B5EF4-FFF2-40B4-BE49-F238E27FC236}">
                <a16:creationId xmlns:a16="http://schemas.microsoft.com/office/drawing/2014/main" id="{1CC6844A-E8CD-4F03-B16B-914157AA5EF9}"/>
              </a:ext>
            </a:extLst>
          </p:cNvPr>
          <p:cNvSpPr>
            <a:spLocks noGrp="1"/>
          </p:cNvSpPr>
          <p:nvPr/>
        </p:nvSpPr>
        <p:spPr>
          <a:xfrm>
            <a:off x="11439525" y="6019800"/>
            <a:ext cx="152400" cy="152400"/>
          </a:xfrm>
          <a:prstGeom prst="ellipse">
            <a:avLst/>
          </a:prstGeom>
          <a:solidFill>
            <a:srgbClr val="E84A4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ignal-yellow-1">
            <a:extLst>
              <a:ext uri="{FF2B5EF4-FFF2-40B4-BE49-F238E27FC236}">
                <a16:creationId xmlns:a16="http://schemas.microsoft.com/office/drawing/2014/main" id="{33771AD7-32B6-49B3-A3BF-81B19CB1F419}"/>
              </a:ext>
            </a:extLst>
          </p:cNvPr>
          <p:cNvSpPr>
            <a:spLocks noGrp="1"/>
          </p:cNvSpPr>
          <p:nvPr/>
        </p:nvSpPr>
        <p:spPr>
          <a:xfrm>
            <a:off x="11439525" y="6210300"/>
            <a:ext cx="152400" cy="152400"/>
          </a:xfrm>
          <a:prstGeom prst="ellipse">
            <a:avLst/>
          </a:prstGeom>
          <a:solidFill>
            <a:srgbClr val="FFD54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ignal-green-1">
            <a:extLst>
              <a:ext uri="{FF2B5EF4-FFF2-40B4-BE49-F238E27FC236}">
                <a16:creationId xmlns:a16="http://schemas.microsoft.com/office/drawing/2014/main" id="{A16D541F-7ED4-4953-AC33-B0573C19EB11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ellipse">
            <a:avLst/>
          </a:prstGeom>
          <a:solidFill>
            <a:srgbClr val="49C85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page-number-1">
            <a:extLst>
              <a:ext uri="{FF2B5EF4-FFF2-40B4-BE49-F238E27FC236}">
                <a16:creationId xmlns:a16="http://schemas.microsoft.com/office/drawing/2014/main" id="{D1C1155F-15F9-448E-B9F3-38D5F768C65F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0767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yebrow-ROUTE MAP">
            <a:extLst>
              <a:ext uri="{FF2B5EF4-FFF2-40B4-BE49-F238E27FC236}">
                <a16:creationId xmlns:a16="http://schemas.microsoft.com/office/drawing/2014/main" id="{19CD90F1-54A4-4CCD-80A7-1AFADDA209F8}"/>
              </a:ext>
            </a:extLst>
          </p:cNvPr>
          <p:cNvSpPr>
            <a:spLocks noGrp="1"/>
          </p:cNvSpPr>
          <p:nvPr/>
        </p:nvSpPr>
        <p:spPr>
          <a:xfrm>
            <a:off x="704850" y="2286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ROUTE MAP</a:t>
            </a:r>
          </a:p>
        </p:txBody>
      </p:sp>
      <p:sp>
        <p:nvSpPr>
          <p:cNvPr id="2" name="title-從加入公平，走到反覆挑戰">
            <a:extLst>
              <a:ext uri="{FF2B5EF4-FFF2-40B4-BE49-F238E27FC236}">
                <a16:creationId xmlns:a16="http://schemas.microsoft.com/office/drawing/2014/main" id="{A2698429-743F-46E4-B26E-58E3760CE8AF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1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章節大綱</a:t>
            </a:r>
          </a:p>
        </p:txBody>
      </p:sp>
      <p:sp>
        <p:nvSpPr>
          <p:cNvPr id="3" name="road-divider-112">
            <a:extLst>
              <a:ext uri="{FF2B5EF4-FFF2-40B4-BE49-F238E27FC236}">
                <a16:creationId xmlns:a16="http://schemas.microsoft.com/office/drawing/2014/main" id="{B5D2A14F-3F80-46DA-8A04-CB4792147C9D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152400"/>
          </a:xfrm>
          <a:prstGeom prst="roundRect">
            <a:avLst>
              <a:gd name="adj" fmla="val 50000"/>
            </a:avLst>
          </a:prstGeom>
          <a:solidFill>
            <a:srgbClr val="1C394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oad-mark-112-0">
            <a:extLst>
              <a:ext uri="{FF2B5EF4-FFF2-40B4-BE49-F238E27FC236}">
                <a16:creationId xmlns:a16="http://schemas.microsoft.com/office/drawing/2014/main" id="{09186B4E-D049-450A-B9BB-72F2B2138053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oad-mark-112-1">
            <a:extLst>
              <a:ext uri="{FF2B5EF4-FFF2-40B4-BE49-F238E27FC236}">
                <a16:creationId xmlns:a16="http://schemas.microsoft.com/office/drawing/2014/main" id="{5FDEA085-EAD5-49DC-9097-82453E56CC64}"/>
              </a:ext>
            </a:extLst>
          </p:cNvPr>
          <p:cNvSpPr>
            <a:spLocks noGrp="1"/>
          </p:cNvSpPr>
          <p:nvPr/>
        </p:nvSpPr>
        <p:spPr>
          <a:xfrm>
            <a:off x="163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oad-mark-112-2">
            <a:extLst>
              <a:ext uri="{FF2B5EF4-FFF2-40B4-BE49-F238E27FC236}">
                <a16:creationId xmlns:a16="http://schemas.microsoft.com/office/drawing/2014/main" id="{2EDA1E20-BEF9-495F-9F10-1809381A7DAC}"/>
              </a:ext>
            </a:extLst>
          </p:cNvPr>
          <p:cNvSpPr>
            <a:spLocks noGrp="1"/>
          </p:cNvSpPr>
          <p:nvPr/>
        </p:nvSpPr>
        <p:spPr>
          <a:xfrm>
            <a:off x="240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oad-mark-112-3">
            <a:extLst>
              <a:ext uri="{FF2B5EF4-FFF2-40B4-BE49-F238E27FC236}">
                <a16:creationId xmlns:a16="http://schemas.microsoft.com/office/drawing/2014/main" id="{5FC88070-CEA0-46CB-AF56-BD5660E6CD97}"/>
              </a:ext>
            </a:extLst>
          </p:cNvPr>
          <p:cNvSpPr>
            <a:spLocks noGrp="1"/>
          </p:cNvSpPr>
          <p:nvPr/>
        </p:nvSpPr>
        <p:spPr>
          <a:xfrm>
            <a:off x="316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oad-mark-112-4">
            <a:extLst>
              <a:ext uri="{FF2B5EF4-FFF2-40B4-BE49-F238E27FC236}">
                <a16:creationId xmlns:a16="http://schemas.microsoft.com/office/drawing/2014/main" id="{C285958A-1FB7-444A-934D-DD178D5B3D98}"/>
              </a:ext>
            </a:extLst>
          </p:cNvPr>
          <p:cNvSpPr>
            <a:spLocks noGrp="1"/>
          </p:cNvSpPr>
          <p:nvPr/>
        </p:nvSpPr>
        <p:spPr>
          <a:xfrm>
            <a:off x="3924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road-mark-112-5">
            <a:extLst>
              <a:ext uri="{FF2B5EF4-FFF2-40B4-BE49-F238E27FC236}">
                <a16:creationId xmlns:a16="http://schemas.microsoft.com/office/drawing/2014/main" id="{729C06F9-5565-4D9C-B8B2-51DF1BCB9601}"/>
              </a:ext>
            </a:extLst>
          </p:cNvPr>
          <p:cNvSpPr>
            <a:spLocks noGrp="1"/>
          </p:cNvSpPr>
          <p:nvPr/>
        </p:nvSpPr>
        <p:spPr>
          <a:xfrm>
            <a:off x="468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oad-mark-112-6">
            <a:extLst>
              <a:ext uri="{FF2B5EF4-FFF2-40B4-BE49-F238E27FC236}">
                <a16:creationId xmlns:a16="http://schemas.microsoft.com/office/drawing/2014/main" id="{C3F2716F-1E51-4B4E-8CB5-41EB33BA3067}"/>
              </a:ext>
            </a:extLst>
          </p:cNvPr>
          <p:cNvSpPr>
            <a:spLocks noGrp="1"/>
          </p:cNvSpPr>
          <p:nvPr/>
        </p:nvSpPr>
        <p:spPr>
          <a:xfrm>
            <a:off x="544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oad-mark-112-7">
            <a:extLst>
              <a:ext uri="{FF2B5EF4-FFF2-40B4-BE49-F238E27FC236}">
                <a16:creationId xmlns:a16="http://schemas.microsoft.com/office/drawing/2014/main" id="{0CC80BCB-3EE6-4BA8-AD04-222F46FAD90D}"/>
              </a:ext>
            </a:extLst>
          </p:cNvPr>
          <p:cNvSpPr>
            <a:spLocks noGrp="1"/>
          </p:cNvSpPr>
          <p:nvPr/>
        </p:nvSpPr>
        <p:spPr>
          <a:xfrm>
            <a:off x="621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road-mark-112-8">
            <a:extLst>
              <a:ext uri="{FF2B5EF4-FFF2-40B4-BE49-F238E27FC236}">
                <a16:creationId xmlns:a16="http://schemas.microsoft.com/office/drawing/2014/main" id="{C6473FB4-FBC3-4801-83DE-75E0E56FD5B4}"/>
              </a:ext>
            </a:extLst>
          </p:cNvPr>
          <p:cNvSpPr>
            <a:spLocks noGrp="1"/>
          </p:cNvSpPr>
          <p:nvPr/>
        </p:nvSpPr>
        <p:spPr>
          <a:xfrm>
            <a:off x="697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oad-mark-112-9">
            <a:extLst>
              <a:ext uri="{FF2B5EF4-FFF2-40B4-BE49-F238E27FC236}">
                <a16:creationId xmlns:a16="http://schemas.microsoft.com/office/drawing/2014/main" id="{86A2B008-0D72-4594-9905-9CF29E17F6E3}"/>
              </a:ext>
            </a:extLst>
          </p:cNvPr>
          <p:cNvSpPr>
            <a:spLocks noGrp="1"/>
          </p:cNvSpPr>
          <p:nvPr/>
        </p:nvSpPr>
        <p:spPr>
          <a:xfrm>
            <a:off x="7734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oad-mark-112-10">
            <a:extLst>
              <a:ext uri="{FF2B5EF4-FFF2-40B4-BE49-F238E27FC236}">
                <a16:creationId xmlns:a16="http://schemas.microsoft.com/office/drawing/2014/main" id="{15AE3162-0DBF-4E5D-8CA4-7AE4B1DD9A59}"/>
              </a:ext>
            </a:extLst>
          </p:cNvPr>
          <p:cNvSpPr>
            <a:spLocks noGrp="1"/>
          </p:cNvSpPr>
          <p:nvPr/>
        </p:nvSpPr>
        <p:spPr>
          <a:xfrm>
            <a:off x="849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road-mark-112-11">
            <a:extLst>
              <a:ext uri="{FF2B5EF4-FFF2-40B4-BE49-F238E27FC236}">
                <a16:creationId xmlns:a16="http://schemas.microsoft.com/office/drawing/2014/main" id="{EAACCFF4-A3B0-4193-82F1-38E792C81937}"/>
              </a:ext>
            </a:extLst>
          </p:cNvPr>
          <p:cNvSpPr>
            <a:spLocks noGrp="1"/>
          </p:cNvSpPr>
          <p:nvPr/>
        </p:nvSpPr>
        <p:spPr>
          <a:xfrm>
            <a:off x="925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oad-mark-112-12">
            <a:extLst>
              <a:ext uri="{FF2B5EF4-FFF2-40B4-BE49-F238E27FC236}">
                <a16:creationId xmlns:a16="http://schemas.microsoft.com/office/drawing/2014/main" id="{DBED6E8E-D3F9-4BBB-9DA0-2702C1BB76CA}"/>
              </a:ext>
            </a:extLst>
          </p:cNvPr>
          <p:cNvSpPr>
            <a:spLocks noGrp="1"/>
          </p:cNvSpPr>
          <p:nvPr/>
        </p:nvSpPr>
        <p:spPr>
          <a:xfrm>
            <a:off x="1002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road-mark-112-13">
            <a:extLst>
              <a:ext uri="{FF2B5EF4-FFF2-40B4-BE49-F238E27FC236}">
                <a16:creationId xmlns:a16="http://schemas.microsoft.com/office/drawing/2014/main" id="{07516075-3120-4CFF-AA36-BDF1C5CB0A78}"/>
              </a:ext>
            </a:extLst>
          </p:cNvPr>
          <p:cNvSpPr>
            <a:spLocks noGrp="1"/>
          </p:cNvSpPr>
          <p:nvPr/>
        </p:nvSpPr>
        <p:spPr>
          <a:xfrm>
            <a:off x="1078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agenda-no-1">
            <a:extLst>
              <a:ext uri="{FF2B5EF4-FFF2-40B4-BE49-F238E27FC236}">
                <a16:creationId xmlns:a16="http://schemas.microsoft.com/office/drawing/2014/main" id="{60B10CE3-E207-420C-9421-08B037546D41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01</a:t>
            </a:r>
          </a:p>
        </p:txBody>
      </p:sp>
      <p:sp>
        <p:nvSpPr>
          <p:cNvPr id="19" name="agenda-item-1">
            <a:extLst>
              <a:ext uri="{FF2B5EF4-FFF2-40B4-BE49-F238E27FC236}">
                <a16:creationId xmlns:a16="http://schemas.microsoft.com/office/drawing/2014/main" id="{10021C4F-40CD-4C99-B33E-AD6524B01720}"/>
              </a:ext>
            </a:extLst>
          </p:cNvPr>
          <p:cNvSpPr>
            <a:spLocks noGrp="1"/>
          </p:cNvSpPr>
          <p:nvPr/>
        </p:nvSpPr>
        <p:spPr>
          <a:xfrm>
            <a:off x="1571625" y="16573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加入與計分</a:t>
            </a:r>
          </a:p>
        </p:txBody>
      </p:sp>
      <p:sp>
        <p:nvSpPr>
          <p:cNvPr id="20" name="agenda-line-1">
            <a:extLst>
              <a:ext uri="{FF2B5EF4-FFF2-40B4-BE49-F238E27FC236}">
                <a16:creationId xmlns:a16="http://schemas.microsoft.com/office/drawing/2014/main" id="{1B130015-E54A-4721-B3F6-114C24796EB5}"/>
              </a:ext>
            </a:extLst>
          </p:cNvPr>
          <p:cNvSpPr>
            <a:spLocks noGrp="1"/>
          </p:cNvSpPr>
          <p:nvPr/>
        </p:nvSpPr>
        <p:spPr>
          <a:xfrm>
            <a:off x="1571625" y="2105025"/>
            <a:ext cx="4286250" cy="19050"/>
          </a:xfrm>
          <a:prstGeom prst="rect">
            <a:avLst/>
          </a:prstGeom>
          <a:solidFill>
            <a:srgbClr val="F4C8A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agenda-no-2">
            <a:extLst>
              <a:ext uri="{FF2B5EF4-FFF2-40B4-BE49-F238E27FC236}">
                <a16:creationId xmlns:a16="http://schemas.microsoft.com/office/drawing/2014/main" id="{51BFC491-13C8-43B5-9199-CC86AC1B93AD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02</a:t>
            </a:r>
          </a:p>
        </p:txBody>
      </p:sp>
      <p:sp>
        <p:nvSpPr>
          <p:cNvPr id="22" name="agenda-item-2">
            <a:extLst>
              <a:ext uri="{FF2B5EF4-FFF2-40B4-BE49-F238E27FC236}">
                <a16:creationId xmlns:a16="http://schemas.microsoft.com/office/drawing/2014/main" id="{16DBC728-B2B6-4214-9D4A-B97FAED80F0F}"/>
              </a:ext>
            </a:extLst>
          </p:cNvPr>
          <p:cNvSpPr>
            <a:spLocks noGrp="1"/>
          </p:cNvSpPr>
          <p:nvPr/>
        </p:nvSpPr>
        <p:spPr>
          <a:xfrm>
            <a:off x="1571625" y="24955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核心循環</a:t>
            </a:r>
          </a:p>
        </p:txBody>
      </p:sp>
      <p:sp>
        <p:nvSpPr>
          <p:cNvPr id="23" name="agenda-line-2">
            <a:extLst>
              <a:ext uri="{FF2B5EF4-FFF2-40B4-BE49-F238E27FC236}">
                <a16:creationId xmlns:a16="http://schemas.microsoft.com/office/drawing/2014/main" id="{29529ACE-6CA3-4E33-B554-A27787C97DEC}"/>
              </a:ext>
            </a:extLst>
          </p:cNvPr>
          <p:cNvSpPr>
            <a:spLocks noGrp="1"/>
          </p:cNvSpPr>
          <p:nvPr/>
        </p:nvSpPr>
        <p:spPr>
          <a:xfrm>
            <a:off x="1571625" y="2943225"/>
            <a:ext cx="4286250" cy="19050"/>
          </a:xfrm>
          <a:prstGeom prst="rect">
            <a:avLst/>
          </a:prstGeom>
          <a:solidFill>
            <a:srgbClr val="F4C8A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agenda-no-3">
            <a:extLst>
              <a:ext uri="{FF2B5EF4-FFF2-40B4-BE49-F238E27FC236}">
                <a16:creationId xmlns:a16="http://schemas.microsoft.com/office/drawing/2014/main" id="{0EDA1154-E3CE-461B-B810-E03B83999B0C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03</a:t>
            </a:r>
          </a:p>
        </p:txBody>
      </p:sp>
      <p:sp>
        <p:nvSpPr>
          <p:cNvPr id="25" name="agenda-item-3">
            <a:extLst>
              <a:ext uri="{FF2B5EF4-FFF2-40B4-BE49-F238E27FC236}">
                <a16:creationId xmlns:a16="http://schemas.microsoft.com/office/drawing/2014/main" id="{996112FD-6574-40CC-AA2C-82C05887F422}"/>
              </a:ext>
            </a:extLst>
          </p:cNvPr>
          <p:cNvSpPr>
            <a:spLocks noGrp="1"/>
          </p:cNvSpPr>
          <p:nvPr/>
        </p:nvSpPr>
        <p:spPr>
          <a:xfrm>
            <a:off x="1571625" y="33337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推擠機制</a:t>
            </a:r>
          </a:p>
        </p:txBody>
      </p:sp>
      <p:sp>
        <p:nvSpPr>
          <p:cNvPr id="26" name="agenda-line-3">
            <a:extLst>
              <a:ext uri="{FF2B5EF4-FFF2-40B4-BE49-F238E27FC236}">
                <a16:creationId xmlns:a16="http://schemas.microsoft.com/office/drawing/2014/main" id="{CC591946-08D1-4809-882B-E0502902AAAD}"/>
              </a:ext>
            </a:extLst>
          </p:cNvPr>
          <p:cNvSpPr>
            <a:spLocks noGrp="1"/>
          </p:cNvSpPr>
          <p:nvPr/>
        </p:nvSpPr>
        <p:spPr>
          <a:xfrm>
            <a:off x="1571625" y="3781425"/>
            <a:ext cx="4286250" cy="19050"/>
          </a:xfrm>
          <a:prstGeom prst="rect">
            <a:avLst/>
          </a:prstGeom>
          <a:solidFill>
            <a:srgbClr val="F4C8A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agenda-no-4">
            <a:extLst>
              <a:ext uri="{FF2B5EF4-FFF2-40B4-BE49-F238E27FC236}">
                <a16:creationId xmlns:a16="http://schemas.microsoft.com/office/drawing/2014/main" id="{2C081F22-FB56-4E9A-9DFF-B9276A5941BA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04</a:t>
            </a:r>
          </a:p>
        </p:txBody>
      </p:sp>
      <p:sp>
        <p:nvSpPr>
          <p:cNvPr id="28" name="agenda-item-4">
            <a:extLst>
              <a:ext uri="{FF2B5EF4-FFF2-40B4-BE49-F238E27FC236}">
                <a16:creationId xmlns:a16="http://schemas.microsoft.com/office/drawing/2014/main" id="{34287C94-3A66-4B8C-87B4-AF9E42E93E57}"/>
              </a:ext>
            </a:extLst>
          </p:cNvPr>
          <p:cNvSpPr>
            <a:spLocks noGrp="1"/>
          </p:cNvSpPr>
          <p:nvPr/>
        </p:nvSpPr>
        <p:spPr>
          <a:xfrm>
            <a:off x="1571625" y="41719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地圖道具</a:t>
            </a:r>
          </a:p>
        </p:txBody>
      </p:sp>
      <p:sp>
        <p:nvSpPr>
          <p:cNvPr id="29" name="agenda-line-4">
            <a:extLst>
              <a:ext uri="{FF2B5EF4-FFF2-40B4-BE49-F238E27FC236}">
                <a16:creationId xmlns:a16="http://schemas.microsoft.com/office/drawing/2014/main" id="{EEF613F4-F2EE-48EE-AC2F-3554FE646D56}"/>
              </a:ext>
            </a:extLst>
          </p:cNvPr>
          <p:cNvSpPr>
            <a:spLocks noGrp="1"/>
          </p:cNvSpPr>
          <p:nvPr/>
        </p:nvSpPr>
        <p:spPr>
          <a:xfrm>
            <a:off x="1571625" y="4619625"/>
            <a:ext cx="4286250" cy="19050"/>
          </a:xfrm>
          <a:prstGeom prst="rect">
            <a:avLst/>
          </a:prstGeom>
          <a:solidFill>
            <a:srgbClr val="F4C8A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agenda-no-5">
            <a:extLst>
              <a:ext uri="{FF2B5EF4-FFF2-40B4-BE49-F238E27FC236}">
                <a16:creationId xmlns:a16="http://schemas.microsoft.com/office/drawing/2014/main" id="{31B083C1-F650-4E7D-AF3E-6C0D4B28450A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65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05</a:t>
            </a:r>
          </a:p>
        </p:txBody>
      </p:sp>
      <p:sp>
        <p:nvSpPr>
          <p:cNvPr id="31" name="agenda-item-5">
            <a:extLst>
              <a:ext uri="{FF2B5EF4-FFF2-40B4-BE49-F238E27FC236}">
                <a16:creationId xmlns:a16="http://schemas.microsoft.com/office/drawing/2014/main" id="{7BE37B34-0D32-49C3-A434-0BEEB5425946}"/>
              </a:ext>
            </a:extLst>
          </p:cNvPr>
          <p:cNvSpPr>
            <a:spLocks noGrp="1"/>
          </p:cNvSpPr>
          <p:nvPr/>
        </p:nvSpPr>
        <p:spPr>
          <a:xfrm>
            <a:off x="1571625" y="50101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Q&amp;A</a:t>
            </a:r>
          </a:p>
        </p:txBody>
      </p:sp>
      <p:sp>
        <p:nvSpPr>
          <p:cNvPr id="32" name="agenda-line-5">
            <a:extLst>
              <a:ext uri="{FF2B5EF4-FFF2-40B4-BE49-F238E27FC236}">
                <a16:creationId xmlns:a16="http://schemas.microsoft.com/office/drawing/2014/main" id="{329ED385-1512-40C9-8C62-63012F7DD1F1}"/>
              </a:ext>
            </a:extLst>
          </p:cNvPr>
          <p:cNvSpPr>
            <a:spLocks noGrp="1"/>
          </p:cNvSpPr>
          <p:nvPr/>
        </p:nvSpPr>
        <p:spPr>
          <a:xfrm>
            <a:off x="1571625" y="5457825"/>
            <a:ext cx="4286250" cy="19050"/>
          </a:xfrm>
          <a:prstGeom prst="rect">
            <a:avLst/>
          </a:prstGeom>
          <a:solidFill>
            <a:srgbClr val="F4C8A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76" name="圖片 7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56500" y="1381125"/>
            <a:ext cx="3175000" cy="4762500"/>
          </a:xfrm>
          <a:prstGeom prst="rect">
            <a:avLst/>
          </a:prstGeom>
        </p:spPr>
      </p:pic>
      <p:sp>
        <p:nvSpPr>
          <p:cNvPr id="37" name="signal-body-2">
            <a:extLst>
              <a:ext uri="{FF2B5EF4-FFF2-40B4-BE49-F238E27FC236}">
                <a16:creationId xmlns:a16="http://schemas.microsoft.com/office/drawing/2014/main" id="{F01054D6-8572-42F9-BFD1-D1F4C6FC24D1}"/>
              </a:ext>
            </a:extLst>
          </p:cNvPr>
          <p:cNvSpPr>
            <a:spLocks noGrp="1"/>
          </p:cNvSpPr>
          <p:nvPr/>
        </p:nvSpPr>
        <p:spPr>
          <a:xfrm>
            <a:off x="11353800" y="5953125"/>
            <a:ext cx="323850" cy="666750"/>
          </a:xfrm>
          <a:prstGeom prst="roundRect">
            <a:avLst>
              <a:gd name="adj" fmla="val 29412"/>
            </a:avLst>
          </a:prstGeom>
          <a:solidFill>
            <a:srgbClr val="152B3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38" name="signal-red-2">
            <a:extLst>
              <a:ext uri="{FF2B5EF4-FFF2-40B4-BE49-F238E27FC236}">
                <a16:creationId xmlns:a16="http://schemas.microsoft.com/office/drawing/2014/main" id="{91DF165E-C209-49D3-9109-D52165BB9CC8}"/>
              </a:ext>
            </a:extLst>
          </p:cNvPr>
          <p:cNvSpPr>
            <a:spLocks noGrp="1"/>
          </p:cNvSpPr>
          <p:nvPr/>
        </p:nvSpPr>
        <p:spPr>
          <a:xfrm>
            <a:off x="11439525" y="6019800"/>
            <a:ext cx="152400" cy="152400"/>
          </a:xfrm>
          <a:prstGeom prst="ellipse">
            <a:avLst/>
          </a:prstGeom>
          <a:solidFill>
            <a:srgbClr val="E84A4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ignal-yellow-2">
            <a:extLst>
              <a:ext uri="{FF2B5EF4-FFF2-40B4-BE49-F238E27FC236}">
                <a16:creationId xmlns:a16="http://schemas.microsoft.com/office/drawing/2014/main" id="{9333F4FF-5228-49C4-B71D-AB30DDCDBF2B}"/>
              </a:ext>
            </a:extLst>
          </p:cNvPr>
          <p:cNvSpPr>
            <a:spLocks noGrp="1"/>
          </p:cNvSpPr>
          <p:nvPr/>
        </p:nvSpPr>
        <p:spPr>
          <a:xfrm>
            <a:off x="11439525" y="6210300"/>
            <a:ext cx="152400" cy="152400"/>
          </a:xfrm>
          <a:prstGeom prst="ellipse">
            <a:avLst/>
          </a:prstGeom>
          <a:solidFill>
            <a:srgbClr val="FFD54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ignal-green-2">
            <a:extLst>
              <a:ext uri="{FF2B5EF4-FFF2-40B4-BE49-F238E27FC236}">
                <a16:creationId xmlns:a16="http://schemas.microsoft.com/office/drawing/2014/main" id="{6255E90C-07F2-422C-9799-1E022C93C6A7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ellipse">
            <a:avLst/>
          </a:prstGeom>
          <a:solidFill>
            <a:srgbClr val="49C85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page-number-2">
            <a:extLst>
              <a:ext uri="{FF2B5EF4-FFF2-40B4-BE49-F238E27FC236}">
                <a16:creationId xmlns:a16="http://schemas.microsoft.com/office/drawing/2014/main" id="{C4B8335B-F8DD-411B-8B30-DC2CE740ED7F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90746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yebrow-JOIN &amp; PERSONAL SCORE">
            <a:extLst>
              <a:ext uri="{FF2B5EF4-FFF2-40B4-BE49-F238E27FC236}">
                <a16:creationId xmlns:a16="http://schemas.microsoft.com/office/drawing/2014/main" id="{61C37000-5F14-4B20-9407-5841BB1170C9}"/>
              </a:ext>
            </a:extLst>
          </p:cNvPr>
          <p:cNvSpPr>
            <a:spLocks noGrp="1"/>
          </p:cNvSpPr>
          <p:nvPr/>
        </p:nvSpPr>
        <p:spPr>
          <a:xfrm>
            <a:off x="704850" y="2286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JOIN &amp; PERSONAL SCORE</a:t>
            </a:r>
          </a:p>
        </p:txBody>
      </p:sp>
      <p:sp>
        <p:nvSpPr>
          <p:cNvPr id="2" name="title-加入流程先守住公平">
            <a:extLst>
              <a:ext uri="{FF2B5EF4-FFF2-40B4-BE49-F238E27FC236}">
                <a16:creationId xmlns:a16="http://schemas.microsoft.com/office/drawing/2014/main" id="{C9C4700F-7185-4205-9D9F-804A544FC67A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1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加入與計分</a:t>
            </a:r>
          </a:p>
        </p:txBody>
      </p:sp>
      <p:sp>
        <p:nvSpPr>
          <p:cNvPr id="3" name="road-divider-112">
            <a:extLst>
              <a:ext uri="{FF2B5EF4-FFF2-40B4-BE49-F238E27FC236}">
                <a16:creationId xmlns:a16="http://schemas.microsoft.com/office/drawing/2014/main" id="{63701FFF-9A28-49DA-BCB4-112B66E2BCD5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152400"/>
          </a:xfrm>
          <a:prstGeom prst="roundRect">
            <a:avLst>
              <a:gd name="adj" fmla="val 50000"/>
            </a:avLst>
          </a:prstGeom>
          <a:solidFill>
            <a:srgbClr val="1C394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oad-mark-112-0">
            <a:extLst>
              <a:ext uri="{FF2B5EF4-FFF2-40B4-BE49-F238E27FC236}">
                <a16:creationId xmlns:a16="http://schemas.microsoft.com/office/drawing/2014/main" id="{124D7E81-A5D4-4557-B1F5-21BB65A12F2E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oad-mark-112-1">
            <a:extLst>
              <a:ext uri="{FF2B5EF4-FFF2-40B4-BE49-F238E27FC236}">
                <a16:creationId xmlns:a16="http://schemas.microsoft.com/office/drawing/2014/main" id="{7E27A0B4-2744-48CC-9BCC-81CEF84E1913}"/>
              </a:ext>
            </a:extLst>
          </p:cNvPr>
          <p:cNvSpPr>
            <a:spLocks noGrp="1"/>
          </p:cNvSpPr>
          <p:nvPr/>
        </p:nvSpPr>
        <p:spPr>
          <a:xfrm>
            <a:off x="163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oad-mark-112-2">
            <a:extLst>
              <a:ext uri="{FF2B5EF4-FFF2-40B4-BE49-F238E27FC236}">
                <a16:creationId xmlns:a16="http://schemas.microsoft.com/office/drawing/2014/main" id="{9BAF1D81-0DBC-4B84-AB0C-9FBAB367F5DE}"/>
              </a:ext>
            </a:extLst>
          </p:cNvPr>
          <p:cNvSpPr>
            <a:spLocks noGrp="1"/>
          </p:cNvSpPr>
          <p:nvPr/>
        </p:nvSpPr>
        <p:spPr>
          <a:xfrm>
            <a:off x="240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oad-mark-112-3">
            <a:extLst>
              <a:ext uri="{FF2B5EF4-FFF2-40B4-BE49-F238E27FC236}">
                <a16:creationId xmlns:a16="http://schemas.microsoft.com/office/drawing/2014/main" id="{A7C42E3B-4B9B-48B1-A0E6-43370D6609C2}"/>
              </a:ext>
            </a:extLst>
          </p:cNvPr>
          <p:cNvSpPr>
            <a:spLocks noGrp="1"/>
          </p:cNvSpPr>
          <p:nvPr/>
        </p:nvSpPr>
        <p:spPr>
          <a:xfrm>
            <a:off x="316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oad-mark-112-4">
            <a:extLst>
              <a:ext uri="{FF2B5EF4-FFF2-40B4-BE49-F238E27FC236}">
                <a16:creationId xmlns:a16="http://schemas.microsoft.com/office/drawing/2014/main" id="{AB1AECD6-C829-472F-A570-A2866F98C3E4}"/>
              </a:ext>
            </a:extLst>
          </p:cNvPr>
          <p:cNvSpPr>
            <a:spLocks noGrp="1"/>
          </p:cNvSpPr>
          <p:nvPr/>
        </p:nvSpPr>
        <p:spPr>
          <a:xfrm>
            <a:off x="3924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road-mark-112-5">
            <a:extLst>
              <a:ext uri="{FF2B5EF4-FFF2-40B4-BE49-F238E27FC236}">
                <a16:creationId xmlns:a16="http://schemas.microsoft.com/office/drawing/2014/main" id="{4B306F81-B8CD-4094-96D4-B27656390B38}"/>
              </a:ext>
            </a:extLst>
          </p:cNvPr>
          <p:cNvSpPr>
            <a:spLocks noGrp="1"/>
          </p:cNvSpPr>
          <p:nvPr/>
        </p:nvSpPr>
        <p:spPr>
          <a:xfrm>
            <a:off x="468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oad-mark-112-6">
            <a:extLst>
              <a:ext uri="{FF2B5EF4-FFF2-40B4-BE49-F238E27FC236}">
                <a16:creationId xmlns:a16="http://schemas.microsoft.com/office/drawing/2014/main" id="{08405462-9B09-4415-AAEB-6B24B617EF0C}"/>
              </a:ext>
            </a:extLst>
          </p:cNvPr>
          <p:cNvSpPr>
            <a:spLocks noGrp="1"/>
          </p:cNvSpPr>
          <p:nvPr/>
        </p:nvSpPr>
        <p:spPr>
          <a:xfrm>
            <a:off x="544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oad-mark-112-7">
            <a:extLst>
              <a:ext uri="{FF2B5EF4-FFF2-40B4-BE49-F238E27FC236}">
                <a16:creationId xmlns:a16="http://schemas.microsoft.com/office/drawing/2014/main" id="{E9895B77-C82A-4D8C-83F0-8723E858AB87}"/>
              </a:ext>
            </a:extLst>
          </p:cNvPr>
          <p:cNvSpPr>
            <a:spLocks noGrp="1"/>
          </p:cNvSpPr>
          <p:nvPr/>
        </p:nvSpPr>
        <p:spPr>
          <a:xfrm>
            <a:off x="621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road-mark-112-8">
            <a:extLst>
              <a:ext uri="{FF2B5EF4-FFF2-40B4-BE49-F238E27FC236}">
                <a16:creationId xmlns:a16="http://schemas.microsoft.com/office/drawing/2014/main" id="{C2A4E9C4-6EB2-40ED-A292-5ED23F00F700}"/>
              </a:ext>
            </a:extLst>
          </p:cNvPr>
          <p:cNvSpPr>
            <a:spLocks noGrp="1"/>
          </p:cNvSpPr>
          <p:nvPr/>
        </p:nvSpPr>
        <p:spPr>
          <a:xfrm>
            <a:off x="697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oad-mark-112-9">
            <a:extLst>
              <a:ext uri="{FF2B5EF4-FFF2-40B4-BE49-F238E27FC236}">
                <a16:creationId xmlns:a16="http://schemas.microsoft.com/office/drawing/2014/main" id="{0A1EA487-52D6-47E2-A327-B95FE7E41915}"/>
              </a:ext>
            </a:extLst>
          </p:cNvPr>
          <p:cNvSpPr>
            <a:spLocks noGrp="1"/>
          </p:cNvSpPr>
          <p:nvPr/>
        </p:nvSpPr>
        <p:spPr>
          <a:xfrm>
            <a:off x="7734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oad-mark-112-10">
            <a:extLst>
              <a:ext uri="{FF2B5EF4-FFF2-40B4-BE49-F238E27FC236}">
                <a16:creationId xmlns:a16="http://schemas.microsoft.com/office/drawing/2014/main" id="{9267A0DB-00E2-463E-86AE-2225CA6D10A7}"/>
              </a:ext>
            </a:extLst>
          </p:cNvPr>
          <p:cNvSpPr>
            <a:spLocks noGrp="1"/>
          </p:cNvSpPr>
          <p:nvPr/>
        </p:nvSpPr>
        <p:spPr>
          <a:xfrm>
            <a:off x="849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road-mark-112-11">
            <a:extLst>
              <a:ext uri="{FF2B5EF4-FFF2-40B4-BE49-F238E27FC236}">
                <a16:creationId xmlns:a16="http://schemas.microsoft.com/office/drawing/2014/main" id="{95EAFDAA-F6C8-4AEA-B2AA-2D6968715844}"/>
              </a:ext>
            </a:extLst>
          </p:cNvPr>
          <p:cNvSpPr>
            <a:spLocks noGrp="1"/>
          </p:cNvSpPr>
          <p:nvPr/>
        </p:nvSpPr>
        <p:spPr>
          <a:xfrm>
            <a:off x="925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oad-mark-112-12">
            <a:extLst>
              <a:ext uri="{FF2B5EF4-FFF2-40B4-BE49-F238E27FC236}">
                <a16:creationId xmlns:a16="http://schemas.microsoft.com/office/drawing/2014/main" id="{44E7B83D-8360-4907-A9FD-9A27272A6AF3}"/>
              </a:ext>
            </a:extLst>
          </p:cNvPr>
          <p:cNvSpPr>
            <a:spLocks noGrp="1"/>
          </p:cNvSpPr>
          <p:nvPr/>
        </p:nvSpPr>
        <p:spPr>
          <a:xfrm>
            <a:off x="1002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road-mark-112-13">
            <a:extLst>
              <a:ext uri="{FF2B5EF4-FFF2-40B4-BE49-F238E27FC236}">
                <a16:creationId xmlns:a16="http://schemas.microsoft.com/office/drawing/2014/main" id="{9BD0C5D2-8699-4310-B7E3-8D19E4DE883F}"/>
              </a:ext>
            </a:extLst>
          </p:cNvPr>
          <p:cNvSpPr>
            <a:spLocks noGrp="1"/>
          </p:cNvSpPr>
          <p:nvPr/>
        </p:nvSpPr>
        <p:spPr>
          <a:xfrm>
            <a:off x="1078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tep-1-circle">
            <a:extLst>
              <a:ext uri="{FF2B5EF4-FFF2-40B4-BE49-F238E27FC236}">
                <a16:creationId xmlns:a16="http://schemas.microsoft.com/office/drawing/2014/main" id="{B7766E5B-5194-4D82-99BB-8D4167282076}"/>
              </a:ext>
            </a:extLst>
          </p:cNvPr>
          <p:cNvSpPr>
            <a:spLocks noGrp="1"/>
          </p:cNvSpPr>
          <p:nvPr/>
        </p:nvSpPr>
        <p:spPr>
          <a:xfrm>
            <a:off x="819150" y="1571625"/>
            <a:ext cx="514350" cy="514350"/>
          </a:xfrm>
          <a:prstGeom prst="ellipse">
            <a:avLst/>
          </a:prstGeom>
          <a:solidFill>
            <a:srgbClr val="4AB5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tep-1-number">
            <a:extLst>
              <a:ext uri="{FF2B5EF4-FFF2-40B4-BE49-F238E27FC236}">
                <a16:creationId xmlns:a16="http://schemas.microsoft.com/office/drawing/2014/main" id="{51DF5D66-4747-4D30-8061-A41E7F9D68F0}"/>
              </a:ext>
            </a:extLst>
          </p:cNvPr>
          <p:cNvSpPr>
            <a:spLocks noGrp="1"/>
          </p:cNvSpPr>
          <p:nvPr/>
        </p:nvSpPr>
        <p:spPr>
          <a:xfrm>
            <a:off x="819150" y="1571625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 dirty="0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01</a:t>
            </a:r>
          </a:p>
        </p:txBody>
      </p:sp>
      <p:sp>
        <p:nvSpPr>
          <p:cNvPr id="20" name="step-1-title">
            <a:extLst>
              <a:ext uri="{FF2B5EF4-FFF2-40B4-BE49-F238E27FC236}">
                <a16:creationId xmlns:a16="http://schemas.microsoft.com/office/drawing/2014/main" id="{EA00070D-EBEA-4779-8481-DF8D768020CA}"/>
              </a:ext>
            </a:extLst>
          </p:cNvPr>
          <p:cNvSpPr>
            <a:spLocks noGrp="1"/>
          </p:cNvSpPr>
          <p:nvPr/>
        </p:nvSpPr>
        <p:spPr>
          <a:xfrm>
            <a:off x="1533525" y="15525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安全進場</a:t>
            </a:r>
          </a:p>
        </p:txBody>
      </p:sp>
      <p:sp>
        <p:nvSpPr>
          <p:cNvPr id="21" name="step-1-body">
            <a:extLst>
              <a:ext uri="{FF2B5EF4-FFF2-40B4-BE49-F238E27FC236}">
                <a16:creationId xmlns:a16="http://schemas.microsoft.com/office/drawing/2014/main" id="{4BFD5C1A-7894-45CB-B931-91E35A6C3651}"/>
              </a:ext>
            </a:extLst>
          </p:cNvPr>
          <p:cNvSpPr>
            <a:spLocks noGrp="1"/>
          </p:cNvSpPr>
          <p:nvPr/>
        </p:nvSpPr>
        <p:spPr>
          <a:xfrm>
            <a:off x="1533525" y="1885950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 dirty="0" err="1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依安全可用格生成；避開危險、角色與預約格</a:t>
            </a:r>
            <a:r>
              <a:rPr sz="1350" b="0" dirty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。</a:t>
            </a:r>
          </a:p>
        </p:txBody>
      </p:sp>
      <p:sp>
        <p:nvSpPr>
          <p:cNvPr id="22" name="step-2-circle">
            <a:extLst>
              <a:ext uri="{FF2B5EF4-FFF2-40B4-BE49-F238E27FC236}">
                <a16:creationId xmlns:a16="http://schemas.microsoft.com/office/drawing/2014/main" id="{B8D54F6F-F8AF-4472-BACF-4016C3CBB676}"/>
              </a:ext>
            </a:extLst>
          </p:cNvPr>
          <p:cNvSpPr>
            <a:spLocks noGrp="1"/>
          </p:cNvSpPr>
          <p:nvPr/>
        </p:nvSpPr>
        <p:spPr>
          <a:xfrm>
            <a:off x="819150" y="2714625"/>
            <a:ext cx="514350" cy="514350"/>
          </a:xfrm>
          <a:prstGeom prst="ellipse">
            <a:avLst/>
          </a:prstGeom>
          <a:solidFill>
            <a:srgbClr val="F47A32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tep-2-number">
            <a:extLst>
              <a:ext uri="{FF2B5EF4-FFF2-40B4-BE49-F238E27FC236}">
                <a16:creationId xmlns:a16="http://schemas.microsoft.com/office/drawing/2014/main" id="{3DB473FF-29F0-4CDB-9B6D-5ACFBE29E4D7}"/>
              </a:ext>
            </a:extLst>
          </p:cNvPr>
          <p:cNvSpPr>
            <a:spLocks noGrp="1"/>
          </p:cNvSpPr>
          <p:nvPr/>
        </p:nvSpPr>
        <p:spPr>
          <a:xfrm>
            <a:off x="819150" y="2714625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02</a:t>
            </a:r>
          </a:p>
        </p:txBody>
      </p:sp>
      <p:sp>
        <p:nvSpPr>
          <p:cNvPr id="24" name="step-2-title">
            <a:extLst>
              <a:ext uri="{FF2B5EF4-FFF2-40B4-BE49-F238E27FC236}">
                <a16:creationId xmlns:a16="http://schemas.microsoft.com/office/drawing/2014/main" id="{2AA02183-DAC6-467B-897D-136313EED63A}"/>
              </a:ext>
            </a:extLst>
          </p:cNvPr>
          <p:cNvSpPr>
            <a:spLocks noGrp="1"/>
          </p:cNvSpPr>
          <p:nvPr/>
        </p:nvSpPr>
        <p:spPr>
          <a:xfrm>
            <a:off x="1533525" y="26955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75" b="1" dirty="0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GO </a:t>
            </a:r>
            <a:r>
              <a:rPr sz="1875" b="1" dirty="0" err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後起算</a:t>
            </a:r>
            <a:endParaRPr sz="1875" b="1" dirty="0">
              <a:solidFill>
                <a:srgbClr val="173042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25" name="step-2-body">
            <a:extLst>
              <a:ext uri="{FF2B5EF4-FFF2-40B4-BE49-F238E27FC236}">
                <a16:creationId xmlns:a16="http://schemas.microsoft.com/office/drawing/2014/main" id="{77E2FD95-94FF-4A57-9B20-9FEFD1138D09}"/>
              </a:ext>
            </a:extLst>
          </p:cNvPr>
          <p:cNvSpPr>
            <a:spLocks noGrp="1"/>
          </p:cNvSpPr>
          <p:nvPr/>
        </p:nvSpPr>
        <p:spPr>
          <a:xfrm>
            <a:off x="1533525" y="3028950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進場保護結束後才啟動個人計分，起點從 0 開始。</a:t>
            </a:r>
          </a:p>
        </p:txBody>
      </p:sp>
      <p:sp>
        <p:nvSpPr>
          <p:cNvPr id="26" name="step-3-circle">
            <a:extLst>
              <a:ext uri="{FF2B5EF4-FFF2-40B4-BE49-F238E27FC236}">
                <a16:creationId xmlns:a16="http://schemas.microsoft.com/office/drawing/2014/main" id="{1913A356-C1E7-4C8E-9718-A40F5A88890F}"/>
              </a:ext>
            </a:extLst>
          </p:cNvPr>
          <p:cNvSpPr>
            <a:spLocks noGrp="1"/>
          </p:cNvSpPr>
          <p:nvPr/>
        </p:nvSpPr>
        <p:spPr>
          <a:xfrm>
            <a:off x="819150" y="3857625"/>
            <a:ext cx="514350" cy="514350"/>
          </a:xfrm>
          <a:prstGeom prst="ellipse">
            <a:avLst/>
          </a:prstGeom>
          <a:solidFill>
            <a:srgbClr val="52A85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tep-3-number">
            <a:extLst>
              <a:ext uri="{FF2B5EF4-FFF2-40B4-BE49-F238E27FC236}">
                <a16:creationId xmlns:a16="http://schemas.microsoft.com/office/drawing/2014/main" id="{3AFDF8A4-CA7D-45AD-95E6-C4A231727886}"/>
              </a:ext>
            </a:extLst>
          </p:cNvPr>
          <p:cNvSpPr>
            <a:spLocks noGrp="1"/>
          </p:cNvSpPr>
          <p:nvPr/>
        </p:nvSpPr>
        <p:spPr>
          <a:xfrm>
            <a:off x="819150" y="3857625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03</a:t>
            </a:r>
          </a:p>
        </p:txBody>
      </p:sp>
      <p:sp>
        <p:nvSpPr>
          <p:cNvPr id="28" name="step-3-title">
            <a:extLst>
              <a:ext uri="{FF2B5EF4-FFF2-40B4-BE49-F238E27FC236}">
                <a16:creationId xmlns:a16="http://schemas.microsoft.com/office/drawing/2014/main" id="{892E2A5F-1323-4E06-95E8-9DEBF0A4E4C3}"/>
              </a:ext>
            </a:extLst>
          </p:cNvPr>
          <p:cNvSpPr>
            <a:spLocks noGrp="1"/>
          </p:cNvSpPr>
          <p:nvPr/>
        </p:nvSpPr>
        <p:spPr>
          <a:xfrm>
            <a:off x="1533525" y="38385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個人計分</a:t>
            </a:r>
          </a:p>
        </p:txBody>
      </p:sp>
      <p:sp>
        <p:nvSpPr>
          <p:cNvPr id="29" name="step-3-body">
            <a:extLst>
              <a:ext uri="{FF2B5EF4-FFF2-40B4-BE49-F238E27FC236}">
                <a16:creationId xmlns:a16="http://schemas.microsoft.com/office/drawing/2014/main" id="{01D03BB2-9232-44D3-9012-CA69311EBB01}"/>
              </a:ext>
            </a:extLst>
          </p:cNvPr>
          <p:cNvSpPr>
            <a:spLocks noGrp="1"/>
          </p:cNvSpPr>
          <p:nvPr/>
        </p:nvSpPr>
        <p:spPr>
          <a:xfrm>
            <a:off x="1533525" y="4171950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個人得分與場上位置分開表達；位置不直接等同名次。</a:t>
            </a:r>
          </a:p>
        </p:txBody>
      </p:sp>
      <p:pic>
        <p:nvPicPr>
          <p:cNvPr id="69" name="圖片 6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0250" y="1571625"/>
            <a:ext cx="5715000" cy="4000500"/>
          </a:xfrm>
          <a:prstGeom prst="rect">
            <a:avLst/>
          </a:prstGeom>
        </p:spPr>
      </p:pic>
      <p:sp>
        <p:nvSpPr>
          <p:cNvPr id="33" name="signal-body-3">
            <a:extLst>
              <a:ext uri="{FF2B5EF4-FFF2-40B4-BE49-F238E27FC236}">
                <a16:creationId xmlns:a16="http://schemas.microsoft.com/office/drawing/2014/main" id="{9F8747C4-1CB2-4DD6-9A7A-20CD0D517622}"/>
              </a:ext>
            </a:extLst>
          </p:cNvPr>
          <p:cNvSpPr>
            <a:spLocks noGrp="1"/>
          </p:cNvSpPr>
          <p:nvPr/>
        </p:nvSpPr>
        <p:spPr>
          <a:xfrm>
            <a:off x="11353800" y="5953125"/>
            <a:ext cx="323850" cy="666750"/>
          </a:xfrm>
          <a:prstGeom prst="roundRect">
            <a:avLst>
              <a:gd name="adj" fmla="val 29412"/>
            </a:avLst>
          </a:prstGeom>
          <a:solidFill>
            <a:srgbClr val="152B3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34" name="signal-red-3">
            <a:extLst>
              <a:ext uri="{FF2B5EF4-FFF2-40B4-BE49-F238E27FC236}">
                <a16:creationId xmlns:a16="http://schemas.microsoft.com/office/drawing/2014/main" id="{6176782D-388E-4997-96A3-F96FB78DA89D}"/>
              </a:ext>
            </a:extLst>
          </p:cNvPr>
          <p:cNvSpPr>
            <a:spLocks noGrp="1"/>
          </p:cNvSpPr>
          <p:nvPr/>
        </p:nvSpPr>
        <p:spPr>
          <a:xfrm>
            <a:off x="11439525" y="6019800"/>
            <a:ext cx="152400" cy="152400"/>
          </a:xfrm>
          <a:prstGeom prst="ellipse">
            <a:avLst/>
          </a:prstGeom>
          <a:solidFill>
            <a:srgbClr val="E84A4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ignal-yellow-3">
            <a:extLst>
              <a:ext uri="{FF2B5EF4-FFF2-40B4-BE49-F238E27FC236}">
                <a16:creationId xmlns:a16="http://schemas.microsoft.com/office/drawing/2014/main" id="{D81AFD75-BC77-4BC7-943A-2BCB362D75A6}"/>
              </a:ext>
            </a:extLst>
          </p:cNvPr>
          <p:cNvSpPr>
            <a:spLocks noGrp="1"/>
          </p:cNvSpPr>
          <p:nvPr/>
        </p:nvSpPr>
        <p:spPr>
          <a:xfrm>
            <a:off x="11439525" y="6210300"/>
            <a:ext cx="152400" cy="152400"/>
          </a:xfrm>
          <a:prstGeom prst="ellipse">
            <a:avLst/>
          </a:prstGeom>
          <a:solidFill>
            <a:srgbClr val="FFD54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ignal-green-3">
            <a:extLst>
              <a:ext uri="{FF2B5EF4-FFF2-40B4-BE49-F238E27FC236}">
                <a16:creationId xmlns:a16="http://schemas.microsoft.com/office/drawing/2014/main" id="{0FF47894-E35F-4C12-BB15-146F90CA5DAE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ellipse">
            <a:avLst/>
          </a:prstGeom>
          <a:solidFill>
            <a:srgbClr val="49C85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page-number-3">
            <a:extLst>
              <a:ext uri="{FF2B5EF4-FFF2-40B4-BE49-F238E27FC236}">
                <a16:creationId xmlns:a16="http://schemas.microsoft.com/office/drawing/2014/main" id="{8C076CE6-D5FE-4CB2-AA99-D324432AF31A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767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yebrow-CORE LOOP">
            <a:extLst>
              <a:ext uri="{FF2B5EF4-FFF2-40B4-BE49-F238E27FC236}">
                <a16:creationId xmlns:a16="http://schemas.microsoft.com/office/drawing/2014/main" id="{E8B8C0E9-FB69-4BD0-BCF9-09A839294925}"/>
              </a:ext>
            </a:extLst>
          </p:cNvPr>
          <p:cNvSpPr>
            <a:spLocks noGrp="1"/>
          </p:cNvSpPr>
          <p:nvPr/>
        </p:nvSpPr>
        <p:spPr>
          <a:xfrm>
            <a:off x="704850" y="2286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CORE LOOP</a:t>
            </a:r>
          </a:p>
        </p:txBody>
      </p:sp>
      <p:sp>
        <p:nvSpPr>
          <p:cNvPr id="2" name="title-每一步，都會改寫下一秒">
            <a:extLst>
              <a:ext uri="{FF2B5EF4-FFF2-40B4-BE49-F238E27FC236}">
                <a16:creationId xmlns:a16="http://schemas.microsoft.com/office/drawing/2014/main" id="{567AC25B-CBA7-4447-979D-AFA5E3035DD2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1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核心循環</a:t>
            </a:r>
          </a:p>
        </p:txBody>
      </p:sp>
      <p:sp>
        <p:nvSpPr>
          <p:cNvPr id="3" name="road-divider-112">
            <a:extLst>
              <a:ext uri="{FF2B5EF4-FFF2-40B4-BE49-F238E27FC236}">
                <a16:creationId xmlns:a16="http://schemas.microsoft.com/office/drawing/2014/main" id="{1AD3FD96-6EBA-4D8A-A7FE-8233D200569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152400"/>
          </a:xfrm>
          <a:prstGeom prst="roundRect">
            <a:avLst>
              <a:gd name="adj" fmla="val 50000"/>
            </a:avLst>
          </a:prstGeom>
          <a:solidFill>
            <a:srgbClr val="1C394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oad-mark-112-0">
            <a:extLst>
              <a:ext uri="{FF2B5EF4-FFF2-40B4-BE49-F238E27FC236}">
                <a16:creationId xmlns:a16="http://schemas.microsoft.com/office/drawing/2014/main" id="{2BB7E549-9FA4-41C2-85B7-36C3A1CEAA6B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oad-mark-112-1">
            <a:extLst>
              <a:ext uri="{FF2B5EF4-FFF2-40B4-BE49-F238E27FC236}">
                <a16:creationId xmlns:a16="http://schemas.microsoft.com/office/drawing/2014/main" id="{9C04AE7F-7E44-45A3-B126-C2BE9EC1D615}"/>
              </a:ext>
            </a:extLst>
          </p:cNvPr>
          <p:cNvSpPr>
            <a:spLocks noGrp="1"/>
          </p:cNvSpPr>
          <p:nvPr/>
        </p:nvSpPr>
        <p:spPr>
          <a:xfrm>
            <a:off x="163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oad-mark-112-2">
            <a:extLst>
              <a:ext uri="{FF2B5EF4-FFF2-40B4-BE49-F238E27FC236}">
                <a16:creationId xmlns:a16="http://schemas.microsoft.com/office/drawing/2014/main" id="{D283B292-6E21-49CF-8356-D4AF173D8A5C}"/>
              </a:ext>
            </a:extLst>
          </p:cNvPr>
          <p:cNvSpPr>
            <a:spLocks noGrp="1"/>
          </p:cNvSpPr>
          <p:nvPr/>
        </p:nvSpPr>
        <p:spPr>
          <a:xfrm>
            <a:off x="240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oad-mark-112-3">
            <a:extLst>
              <a:ext uri="{FF2B5EF4-FFF2-40B4-BE49-F238E27FC236}">
                <a16:creationId xmlns:a16="http://schemas.microsoft.com/office/drawing/2014/main" id="{7825F98D-5E30-44E1-A0EE-B004FF0A7F53}"/>
              </a:ext>
            </a:extLst>
          </p:cNvPr>
          <p:cNvSpPr>
            <a:spLocks noGrp="1"/>
          </p:cNvSpPr>
          <p:nvPr/>
        </p:nvSpPr>
        <p:spPr>
          <a:xfrm>
            <a:off x="316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oad-mark-112-4">
            <a:extLst>
              <a:ext uri="{FF2B5EF4-FFF2-40B4-BE49-F238E27FC236}">
                <a16:creationId xmlns:a16="http://schemas.microsoft.com/office/drawing/2014/main" id="{C942C0B7-EA62-4A5D-801E-3E0B90AE186E}"/>
              </a:ext>
            </a:extLst>
          </p:cNvPr>
          <p:cNvSpPr>
            <a:spLocks noGrp="1"/>
          </p:cNvSpPr>
          <p:nvPr/>
        </p:nvSpPr>
        <p:spPr>
          <a:xfrm>
            <a:off x="3924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road-mark-112-5">
            <a:extLst>
              <a:ext uri="{FF2B5EF4-FFF2-40B4-BE49-F238E27FC236}">
                <a16:creationId xmlns:a16="http://schemas.microsoft.com/office/drawing/2014/main" id="{9E442026-D21F-4BD8-95C5-81019138F91D}"/>
              </a:ext>
            </a:extLst>
          </p:cNvPr>
          <p:cNvSpPr>
            <a:spLocks noGrp="1"/>
          </p:cNvSpPr>
          <p:nvPr/>
        </p:nvSpPr>
        <p:spPr>
          <a:xfrm>
            <a:off x="468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oad-mark-112-6">
            <a:extLst>
              <a:ext uri="{FF2B5EF4-FFF2-40B4-BE49-F238E27FC236}">
                <a16:creationId xmlns:a16="http://schemas.microsoft.com/office/drawing/2014/main" id="{019ECABE-B7CF-4094-ABFE-5E843AF834E9}"/>
              </a:ext>
            </a:extLst>
          </p:cNvPr>
          <p:cNvSpPr>
            <a:spLocks noGrp="1"/>
          </p:cNvSpPr>
          <p:nvPr/>
        </p:nvSpPr>
        <p:spPr>
          <a:xfrm>
            <a:off x="544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oad-mark-112-7">
            <a:extLst>
              <a:ext uri="{FF2B5EF4-FFF2-40B4-BE49-F238E27FC236}">
                <a16:creationId xmlns:a16="http://schemas.microsoft.com/office/drawing/2014/main" id="{1D99EDED-9DC2-4680-BEC1-A44373B56FF6}"/>
              </a:ext>
            </a:extLst>
          </p:cNvPr>
          <p:cNvSpPr>
            <a:spLocks noGrp="1"/>
          </p:cNvSpPr>
          <p:nvPr/>
        </p:nvSpPr>
        <p:spPr>
          <a:xfrm>
            <a:off x="621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road-mark-112-8">
            <a:extLst>
              <a:ext uri="{FF2B5EF4-FFF2-40B4-BE49-F238E27FC236}">
                <a16:creationId xmlns:a16="http://schemas.microsoft.com/office/drawing/2014/main" id="{F88F5D26-6C96-42F5-B742-88910684DEB1}"/>
              </a:ext>
            </a:extLst>
          </p:cNvPr>
          <p:cNvSpPr>
            <a:spLocks noGrp="1"/>
          </p:cNvSpPr>
          <p:nvPr/>
        </p:nvSpPr>
        <p:spPr>
          <a:xfrm>
            <a:off x="697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oad-mark-112-9">
            <a:extLst>
              <a:ext uri="{FF2B5EF4-FFF2-40B4-BE49-F238E27FC236}">
                <a16:creationId xmlns:a16="http://schemas.microsoft.com/office/drawing/2014/main" id="{31868D85-06E3-40D3-ADED-813943658F19}"/>
              </a:ext>
            </a:extLst>
          </p:cNvPr>
          <p:cNvSpPr>
            <a:spLocks noGrp="1"/>
          </p:cNvSpPr>
          <p:nvPr/>
        </p:nvSpPr>
        <p:spPr>
          <a:xfrm>
            <a:off x="7734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oad-mark-112-10">
            <a:extLst>
              <a:ext uri="{FF2B5EF4-FFF2-40B4-BE49-F238E27FC236}">
                <a16:creationId xmlns:a16="http://schemas.microsoft.com/office/drawing/2014/main" id="{55DE93C6-739A-401C-AEFF-626B7CADC0B2}"/>
              </a:ext>
            </a:extLst>
          </p:cNvPr>
          <p:cNvSpPr>
            <a:spLocks noGrp="1"/>
          </p:cNvSpPr>
          <p:nvPr/>
        </p:nvSpPr>
        <p:spPr>
          <a:xfrm>
            <a:off x="849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road-mark-112-11">
            <a:extLst>
              <a:ext uri="{FF2B5EF4-FFF2-40B4-BE49-F238E27FC236}">
                <a16:creationId xmlns:a16="http://schemas.microsoft.com/office/drawing/2014/main" id="{8072792B-C020-404E-9B81-D061DC7067BD}"/>
              </a:ext>
            </a:extLst>
          </p:cNvPr>
          <p:cNvSpPr>
            <a:spLocks noGrp="1"/>
          </p:cNvSpPr>
          <p:nvPr/>
        </p:nvSpPr>
        <p:spPr>
          <a:xfrm>
            <a:off x="925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oad-mark-112-12">
            <a:extLst>
              <a:ext uri="{FF2B5EF4-FFF2-40B4-BE49-F238E27FC236}">
                <a16:creationId xmlns:a16="http://schemas.microsoft.com/office/drawing/2014/main" id="{871B8B11-E90D-45C5-A061-72D995F32492}"/>
              </a:ext>
            </a:extLst>
          </p:cNvPr>
          <p:cNvSpPr>
            <a:spLocks noGrp="1"/>
          </p:cNvSpPr>
          <p:nvPr/>
        </p:nvSpPr>
        <p:spPr>
          <a:xfrm>
            <a:off x="1002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road-mark-112-13">
            <a:extLst>
              <a:ext uri="{FF2B5EF4-FFF2-40B4-BE49-F238E27FC236}">
                <a16:creationId xmlns:a16="http://schemas.microsoft.com/office/drawing/2014/main" id="{F3A4C175-FC94-4CE7-8392-4F25ABADB345}"/>
              </a:ext>
            </a:extLst>
          </p:cNvPr>
          <p:cNvSpPr>
            <a:spLocks noGrp="1"/>
          </p:cNvSpPr>
          <p:nvPr/>
        </p:nvSpPr>
        <p:spPr>
          <a:xfrm>
            <a:off x="1078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loop-lead">
            <a:extLst>
              <a:ext uri="{FF2B5EF4-FFF2-40B4-BE49-F238E27FC236}">
                <a16:creationId xmlns:a16="http://schemas.microsoft.com/office/drawing/2014/main" id="{2E2C42F1-7B46-4EA3-966D-8E97EA4B53B3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433387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725" b="1" dirty="0" err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先觀察號誌：綠燈前進、紅燈停下</a:t>
            </a:r>
            <a:r>
              <a:rPr sz="1725" b="1" dirty="0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。</a:t>
            </a:r>
          </a:p>
          <a:p>
            <a:pPr algn="l">
              <a:buNone/>
              <a:defRPr sz="172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725" b="1" dirty="0" err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每一步重新讀取局勢，再決定移動或推擠</a:t>
            </a:r>
            <a:r>
              <a:rPr sz="1725" b="1" dirty="0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。</a:t>
            </a:r>
          </a:p>
        </p:txBody>
      </p:sp>
      <p:pic>
        <p:nvPicPr>
          <p:cNvPr id="180" name="圖片 17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5300" y="2971800"/>
            <a:ext cx="4476750" cy="2984468"/>
          </a:xfrm>
          <a:prstGeom prst="rect">
            <a:avLst/>
          </a:prstGeom>
        </p:spPr>
      </p:pic>
      <p:sp>
        <p:nvSpPr>
          <p:cNvPr id="20" name="loop-anchor-observe">
            <a:extLst>
              <a:ext uri="{FF2B5EF4-FFF2-40B4-BE49-F238E27FC236}">
                <a16:creationId xmlns:a16="http://schemas.microsoft.com/office/drawing/2014/main" id="{C6D22BB6-B98F-4166-9598-9FD16F2F04B2}"/>
              </a:ext>
            </a:extLst>
          </p:cNvPr>
          <p:cNvSpPr>
            <a:spLocks noGrp="1"/>
          </p:cNvSpPr>
          <p:nvPr/>
        </p:nvSpPr>
        <p:spPr>
          <a:xfrm>
            <a:off x="7810500" y="1581150"/>
            <a:ext cx="1657350" cy="628650"/>
          </a:xfrm>
          <a:prstGeom prst="roundRect">
            <a:avLst>
              <a:gd name="adj" fmla="val 1212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loop-anchor-decide">
            <a:extLst>
              <a:ext uri="{FF2B5EF4-FFF2-40B4-BE49-F238E27FC236}">
                <a16:creationId xmlns:a16="http://schemas.microsoft.com/office/drawing/2014/main" id="{C6E4E7AD-1E58-4CE5-9808-89DDF8FA3653}"/>
              </a:ext>
            </a:extLst>
          </p:cNvPr>
          <p:cNvSpPr>
            <a:spLocks noGrp="1"/>
          </p:cNvSpPr>
          <p:nvPr/>
        </p:nvSpPr>
        <p:spPr>
          <a:xfrm>
            <a:off x="9696450" y="2724150"/>
            <a:ext cx="1428750" cy="628650"/>
          </a:xfrm>
          <a:prstGeom prst="roundRect">
            <a:avLst>
              <a:gd name="adj" fmla="val 1212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loop-anchor-act">
            <a:extLst>
              <a:ext uri="{FF2B5EF4-FFF2-40B4-BE49-F238E27FC236}">
                <a16:creationId xmlns:a16="http://schemas.microsoft.com/office/drawing/2014/main" id="{46B38E55-9B4C-4FBD-9742-F2A7F1D6DCD4}"/>
              </a:ext>
            </a:extLst>
          </p:cNvPr>
          <p:cNvSpPr>
            <a:spLocks noGrp="1"/>
          </p:cNvSpPr>
          <p:nvPr/>
        </p:nvSpPr>
        <p:spPr>
          <a:xfrm>
            <a:off x="8953500" y="4495800"/>
            <a:ext cx="1809750" cy="628650"/>
          </a:xfrm>
          <a:prstGeom prst="roundRect">
            <a:avLst>
              <a:gd name="adj" fmla="val 1212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loop-anchor-resolve">
            <a:extLst>
              <a:ext uri="{FF2B5EF4-FFF2-40B4-BE49-F238E27FC236}">
                <a16:creationId xmlns:a16="http://schemas.microsoft.com/office/drawing/2014/main" id="{DCC3C013-5CFE-403F-933E-C7EFE3A89841}"/>
              </a:ext>
            </a:extLst>
          </p:cNvPr>
          <p:cNvSpPr>
            <a:spLocks noGrp="1"/>
          </p:cNvSpPr>
          <p:nvPr/>
        </p:nvSpPr>
        <p:spPr>
          <a:xfrm>
            <a:off x="6477000" y="4495800"/>
            <a:ext cx="1428750" cy="628650"/>
          </a:xfrm>
          <a:prstGeom prst="roundRect">
            <a:avLst>
              <a:gd name="adj" fmla="val 1212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loop-anchor-update">
            <a:extLst>
              <a:ext uri="{FF2B5EF4-FFF2-40B4-BE49-F238E27FC236}">
                <a16:creationId xmlns:a16="http://schemas.microsoft.com/office/drawing/2014/main" id="{5875919A-7C9F-4681-9D43-D4724954F5B4}"/>
              </a:ext>
            </a:extLst>
          </p:cNvPr>
          <p:cNvSpPr>
            <a:spLocks noGrp="1"/>
          </p:cNvSpPr>
          <p:nvPr/>
        </p:nvSpPr>
        <p:spPr>
          <a:xfrm>
            <a:off x="5810250" y="2724150"/>
            <a:ext cx="1809750" cy="628650"/>
          </a:xfrm>
          <a:prstGeom prst="roundRect">
            <a:avLst>
              <a:gd name="adj" fmla="val 1212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cxnSp>
        <p:nvCxnSpPr>
          <p:cNvPr id="186" name="loop-connector-1"/>
          <p:cNvCxnSpPr>
            <a:stCxn id="20" idx="3"/>
            <a:endCxn id="21" idx="0"/>
          </p:cNvCxnSpPr>
          <p:nvPr/>
        </p:nvCxnSpPr>
        <p:spPr>
          <a:xfrm>
            <a:off x="9467850" y="1895475"/>
            <a:ext cx="942975" cy="828675"/>
          </a:xfrm>
          <a:prstGeom prst="bentConnector2">
            <a:avLst/>
          </a:prstGeom>
          <a:ln w="38100">
            <a:solidFill>
              <a:srgbClr val="4AB5E8"/>
            </a:solidFill>
            <a:prstDash val="solid"/>
            <a:round/>
            <a:tailEnd type="triangle" w="sm" len="sm"/>
          </a:ln>
        </p:spPr>
      </p:cxnSp>
      <p:cxnSp>
        <p:nvCxnSpPr>
          <p:cNvPr id="187" name="loop-connector-2"/>
          <p:cNvCxnSpPr>
            <a:cxnSpLocks/>
            <a:stCxn id="21" idx="2"/>
            <a:endCxn id="32" idx="0"/>
          </p:cNvCxnSpPr>
          <p:nvPr/>
        </p:nvCxnSpPr>
        <p:spPr>
          <a:xfrm rot="5400000">
            <a:off x="9563100" y="3648075"/>
            <a:ext cx="1143000" cy="552450"/>
          </a:xfrm>
          <a:prstGeom prst="bentConnector3">
            <a:avLst>
              <a:gd name="adj1" fmla="val 50000"/>
            </a:avLst>
          </a:prstGeom>
          <a:ln w="38100">
            <a:solidFill>
              <a:srgbClr val="4AB5E8"/>
            </a:solidFill>
            <a:prstDash val="solid"/>
            <a:round/>
            <a:tailEnd type="triangle" w="sm" len="sm"/>
          </a:ln>
        </p:spPr>
      </p:cxnSp>
      <p:cxnSp>
        <p:nvCxnSpPr>
          <p:cNvPr id="188" name="loop-connector-3"/>
          <p:cNvCxnSpPr>
            <a:stCxn id="22" idx="1"/>
            <a:endCxn id="23" idx="3"/>
          </p:cNvCxnSpPr>
          <p:nvPr/>
        </p:nvCxnSpPr>
        <p:spPr>
          <a:xfrm flipH="1">
            <a:off x="7905750" y="4810125"/>
            <a:ext cx="1047750" cy="0"/>
          </a:xfrm>
          <a:prstGeom prst="straightConnector1">
            <a:avLst/>
          </a:prstGeom>
          <a:ln w="38100">
            <a:solidFill>
              <a:srgbClr val="4AB5E8"/>
            </a:solidFill>
            <a:prstDash val="solid"/>
            <a:round/>
            <a:tailEnd type="triangle" w="sm" len="sm"/>
          </a:ln>
        </p:spPr>
      </p:cxnSp>
      <p:cxnSp>
        <p:nvCxnSpPr>
          <p:cNvPr id="189" name="loop-connector-4"/>
          <p:cNvCxnSpPr>
            <a:cxnSpLocks/>
            <a:stCxn id="33" idx="0"/>
            <a:endCxn id="24" idx="2"/>
          </p:cNvCxnSpPr>
          <p:nvPr/>
        </p:nvCxnSpPr>
        <p:spPr>
          <a:xfrm rot="16200000" flipV="1">
            <a:off x="6381750" y="3686175"/>
            <a:ext cx="1143000" cy="476250"/>
          </a:xfrm>
          <a:prstGeom prst="bentConnector3">
            <a:avLst>
              <a:gd name="adj1" fmla="val 50000"/>
            </a:avLst>
          </a:prstGeom>
          <a:ln w="38100">
            <a:solidFill>
              <a:srgbClr val="4AB5E8"/>
            </a:solidFill>
            <a:prstDash val="solid"/>
            <a:round/>
            <a:tailEnd type="triangle" w="sm" len="sm"/>
          </a:ln>
        </p:spPr>
      </p:cxnSp>
      <p:cxnSp>
        <p:nvCxnSpPr>
          <p:cNvPr id="190" name="loop-connector-5"/>
          <p:cNvCxnSpPr>
            <a:stCxn id="24" idx="0"/>
            <a:endCxn id="20" idx="1"/>
          </p:cNvCxnSpPr>
          <p:nvPr/>
        </p:nvCxnSpPr>
        <p:spPr>
          <a:xfrm flipV="1">
            <a:off x="6715125" y="1895475"/>
            <a:ext cx="1095375" cy="828675"/>
          </a:xfrm>
          <a:prstGeom prst="bentConnector5">
            <a:avLst>
              <a:gd name="adj1" fmla="val 0"/>
              <a:gd name="adj2" fmla="val 27586"/>
              <a:gd name="adj3" fmla="val 79130"/>
            </a:avLst>
          </a:prstGeom>
          <a:ln w="38100">
            <a:solidFill>
              <a:srgbClr val="4AB5E8"/>
            </a:solidFill>
            <a:prstDash val="solid"/>
            <a:round/>
            <a:tailEnd type="triangle" w="sm" len="sm"/>
          </a:ln>
        </p:spPr>
      </p:cxnSp>
      <p:sp>
        <p:nvSpPr>
          <p:cNvPr id="30" name="loop-node-observe">
            <a:extLst>
              <a:ext uri="{FF2B5EF4-FFF2-40B4-BE49-F238E27FC236}">
                <a16:creationId xmlns:a16="http://schemas.microsoft.com/office/drawing/2014/main" id="{1087C5CB-233C-48F3-A0BB-935A00529E44}"/>
              </a:ext>
            </a:extLst>
          </p:cNvPr>
          <p:cNvSpPr>
            <a:spLocks noGrp="1"/>
          </p:cNvSpPr>
          <p:nvPr/>
        </p:nvSpPr>
        <p:spPr>
          <a:xfrm>
            <a:off x="7810500" y="1581150"/>
            <a:ext cx="1657350" cy="628650"/>
          </a:xfrm>
          <a:prstGeom prst="roundRect">
            <a:avLst>
              <a:gd name="adj" fmla="val 33333"/>
            </a:avLst>
          </a:prstGeom>
          <a:solidFill>
            <a:srgbClr val="4AB5E8"/>
          </a:solidFill>
          <a:ln w="19050">
            <a:solidFill>
              <a:srgbClr val="152B3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0" rIns="76200" bIns="0" anchor="ctr">
            <a:noAutofit/>
          </a:bodyPr>
          <a:lstStyle/>
          <a:p>
            <a:pPr algn="ctr">
              <a:buNone/>
              <a:defRPr sz="172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72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觀察</a:t>
            </a:r>
          </a:p>
        </p:txBody>
      </p:sp>
      <p:sp>
        <p:nvSpPr>
          <p:cNvPr id="31" name="loop-node-decide">
            <a:extLst>
              <a:ext uri="{FF2B5EF4-FFF2-40B4-BE49-F238E27FC236}">
                <a16:creationId xmlns:a16="http://schemas.microsoft.com/office/drawing/2014/main" id="{7CC2BCA7-DDDE-49B0-8268-F108CAB85EA3}"/>
              </a:ext>
            </a:extLst>
          </p:cNvPr>
          <p:cNvSpPr>
            <a:spLocks noGrp="1"/>
          </p:cNvSpPr>
          <p:nvPr/>
        </p:nvSpPr>
        <p:spPr>
          <a:xfrm>
            <a:off x="9696450" y="2724150"/>
            <a:ext cx="1428750" cy="628650"/>
          </a:xfrm>
          <a:prstGeom prst="roundRect">
            <a:avLst>
              <a:gd name="adj" fmla="val 33333"/>
            </a:avLst>
          </a:prstGeom>
          <a:solidFill>
            <a:srgbClr val="FFD54A"/>
          </a:solidFill>
          <a:ln w="19050">
            <a:solidFill>
              <a:srgbClr val="152B3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0" rIns="76200" bIns="0" anchor="ctr">
            <a:noAutofit/>
          </a:bodyPr>
          <a:lstStyle/>
          <a:p>
            <a:pPr algn="ctr">
              <a:buNone/>
              <a:defRPr sz="172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72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決策</a:t>
            </a:r>
          </a:p>
        </p:txBody>
      </p:sp>
      <p:sp>
        <p:nvSpPr>
          <p:cNvPr id="32" name="loop-node-act">
            <a:extLst>
              <a:ext uri="{FF2B5EF4-FFF2-40B4-BE49-F238E27FC236}">
                <a16:creationId xmlns:a16="http://schemas.microsoft.com/office/drawing/2014/main" id="{64AA7E54-A5D4-4363-9D4E-F20D715194EB}"/>
              </a:ext>
            </a:extLst>
          </p:cNvPr>
          <p:cNvSpPr>
            <a:spLocks noGrp="1"/>
          </p:cNvSpPr>
          <p:nvPr/>
        </p:nvSpPr>
        <p:spPr>
          <a:xfrm>
            <a:off x="8953500" y="4495800"/>
            <a:ext cx="1809750" cy="628650"/>
          </a:xfrm>
          <a:prstGeom prst="roundRect">
            <a:avLst>
              <a:gd name="adj" fmla="val 33333"/>
            </a:avLst>
          </a:prstGeom>
          <a:solidFill>
            <a:srgbClr val="F47A32"/>
          </a:solidFill>
          <a:ln w="19050">
            <a:solidFill>
              <a:srgbClr val="152B3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0" rIns="76200" bIns="0" anchor="ctr">
            <a:no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72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移動／推擠</a:t>
            </a:r>
          </a:p>
        </p:txBody>
      </p:sp>
      <p:sp>
        <p:nvSpPr>
          <p:cNvPr id="33" name="loop-node-resolve">
            <a:extLst>
              <a:ext uri="{FF2B5EF4-FFF2-40B4-BE49-F238E27FC236}">
                <a16:creationId xmlns:a16="http://schemas.microsoft.com/office/drawing/2014/main" id="{38F76CD5-5A7B-4AEB-B5DB-FD44E795221C}"/>
              </a:ext>
            </a:extLst>
          </p:cNvPr>
          <p:cNvSpPr>
            <a:spLocks noGrp="1"/>
          </p:cNvSpPr>
          <p:nvPr/>
        </p:nvSpPr>
        <p:spPr>
          <a:xfrm>
            <a:off x="6477000" y="4495800"/>
            <a:ext cx="1428750" cy="628650"/>
          </a:xfrm>
          <a:prstGeom prst="roundRect">
            <a:avLst>
              <a:gd name="adj" fmla="val 33333"/>
            </a:avLst>
          </a:prstGeom>
          <a:solidFill>
            <a:srgbClr val="52A85A"/>
          </a:solidFill>
          <a:ln w="19050">
            <a:solidFill>
              <a:srgbClr val="152B3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0" rIns="76200" bIns="0" anchor="ctr">
            <a:no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72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判定</a:t>
            </a:r>
          </a:p>
        </p:txBody>
      </p:sp>
      <p:sp>
        <p:nvSpPr>
          <p:cNvPr id="34" name="loop-node-update">
            <a:extLst>
              <a:ext uri="{FF2B5EF4-FFF2-40B4-BE49-F238E27FC236}">
                <a16:creationId xmlns:a16="http://schemas.microsoft.com/office/drawing/2014/main" id="{CE7846BE-0947-4FC8-B174-9D3B58EF46F0}"/>
              </a:ext>
            </a:extLst>
          </p:cNvPr>
          <p:cNvSpPr>
            <a:spLocks noGrp="1"/>
          </p:cNvSpPr>
          <p:nvPr/>
        </p:nvSpPr>
        <p:spPr>
          <a:xfrm>
            <a:off x="5810250" y="2724150"/>
            <a:ext cx="1809750" cy="628650"/>
          </a:xfrm>
          <a:prstGeom prst="roundRect">
            <a:avLst>
              <a:gd name="adj" fmla="val 33333"/>
            </a:avLst>
          </a:prstGeom>
          <a:solidFill>
            <a:srgbClr val="1C394C"/>
          </a:solidFill>
          <a:ln w="19050">
            <a:solidFill>
              <a:srgbClr val="152B3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76200" tIns="0" rIns="76200" bIns="0" anchor="ctr">
            <a:no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72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更新局勢</a:t>
            </a:r>
          </a:p>
        </p:txBody>
      </p:sp>
      <p:sp>
        <p:nvSpPr>
          <p:cNvPr id="35" name="loop-center">
            <a:extLst>
              <a:ext uri="{FF2B5EF4-FFF2-40B4-BE49-F238E27FC236}">
                <a16:creationId xmlns:a16="http://schemas.microsoft.com/office/drawing/2014/main" id="{4D98F6EC-48B3-44AD-AC24-A42125B82A0E}"/>
              </a:ext>
            </a:extLst>
          </p:cNvPr>
          <p:cNvSpPr>
            <a:spLocks noGrp="1"/>
          </p:cNvSpPr>
          <p:nvPr/>
        </p:nvSpPr>
        <p:spPr>
          <a:xfrm>
            <a:off x="7858125" y="3009900"/>
            <a:ext cx="1238250" cy="1238250"/>
          </a:xfrm>
          <a:prstGeom prst="ellipse">
            <a:avLst/>
          </a:prstGeom>
          <a:solidFill>
            <a:srgbClr val="FFF4D6"/>
          </a:solidFill>
          <a:ln w="38100">
            <a:solidFill>
              <a:srgbClr val="F47A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loop-center-text">
            <a:extLst>
              <a:ext uri="{FF2B5EF4-FFF2-40B4-BE49-F238E27FC236}">
                <a16:creationId xmlns:a16="http://schemas.microsoft.com/office/drawing/2014/main" id="{CBE54480-CAF5-4949-B5CE-526CFF614B32}"/>
              </a:ext>
            </a:extLst>
          </p:cNvPr>
          <p:cNvSpPr>
            <a:spLocks noGrp="1"/>
          </p:cNvSpPr>
          <p:nvPr/>
        </p:nvSpPr>
        <p:spPr>
          <a:xfrm>
            <a:off x="7858125" y="3009900"/>
            <a:ext cx="123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F47A3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75" b="1">
                <a:solidFill>
                  <a:srgbClr val="F47A32"/>
                </a:solidFill>
                <a:latin typeface="Microsoft JhengHei UI"/>
                <a:ea typeface="Microsoft JhengHei UI"/>
                <a:cs typeface="Microsoft JhengHei UI"/>
              </a:rPr>
              <a:t>新局勢</a:t>
            </a:r>
          </a:p>
        </p:txBody>
      </p:sp>
      <p:sp>
        <p:nvSpPr>
          <p:cNvPr id="37" name="signal-body-4">
            <a:extLst>
              <a:ext uri="{FF2B5EF4-FFF2-40B4-BE49-F238E27FC236}">
                <a16:creationId xmlns:a16="http://schemas.microsoft.com/office/drawing/2014/main" id="{20291C00-2D18-49A3-8086-3C9ABBB74CFD}"/>
              </a:ext>
            </a:extLst>
          </p:cNvPr>
          <p:cNvSpPr>
            <a:spLocks noGrp="1"/>
          </p:cNvSpPr>
          <p:nvPr/>
        </p:nvSpPr>
        <p:spPr>
          <a:xfrm>
            <a:off x="11353800" y="5953125"/>
            <a:ext cx="323850" cy="666750"/>
          </a:xfrm>
          <a:prstGeom prst="roundRect">
            <a:avLst>
              <a:gd name="adj" fmla="val 29412"/>
            </a:avLst>
          </a:prstGeom>
          <a:solidFill>
            <a:srgbClr val="152B3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38" name="signal-red-4">
            <a:extLst>
              <a:ext uri="{FF2B5EF4-FFF2-40B4-BE49-F238E27FC236}">
                <a16:creationId xmlns:a16="http://schemas.microsoft.com/office/drawing/2014/main" id="{116BB279-BF24-4435-9729-69D82BD9ADF5}"/>
              </a:ext>
            </a:extLst>
          </p:cNvPr>
          <p:cNvSpPr>
            <a:spLocks noGrp="1"/>
          </p:cNvSpPr>
          <p:nvPr/>
        </p:nvSpPr>
        <p:spPr>
          <a:xfrm>
            <a:off x="11439525" y="6019800"/>
            <a:ext cx="152400" cy="152400"/>
          </a:xfrm>
          <a:prstGeom prst="ellipse">
            <a:avLst/>
          </a:prstGeom>
          <a:solidFill>
            <a:srgbClr val="E84A4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ignal-yellow-4">
            <a:extLst>
              <a:ext uri="{FF2B5EF4-FFF2-40B4-BE49-F238E27FC236}">
                <a16:creationId xmlns:a16="http://schemas.microsoft.com/office/drawing/2014/main" id="{23A3A2A6-DABF-479B-ACA1-C0DAC982A744}"/>
              </a:ext>
            </a:extLst>
          </p:cNvPr>
          <p:cNvSpPr>
            <a:spLocks noGrp="1"/>
          </p:cNvSpPr>
          <p:nvPr/>
        </p:nvSpPr>
        <p:spPr>
          <a:xfrm>
            <a:off x="11439525" y="6210300"/>
            <a:ext cx="152400" cy="152400"/>
          </a:xfrm>
          <a:prstGeom prst="ellipse">
            <a:avLst/>
          </a:prstGeom>
          <a:solidFill>
            <a:srgbClr val="FFD54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ignal-green-4">
            <a:extLst>
              <a:ext uri="{FF2B5EF4-FFF2-40B4-BE49-F238E27FC236}">
                <a16:creationId xmlns:a16="http://schemas.microsoft.com/office/drawing/2014/main" id="{D9CB607A-07CE-487F-B637-E9E7A40A8A72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ellipse">
            <a:avLst/>
          </a:prstGeom>
          <a:solidFill>
            <a:srgbClr val="49C85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page-number-4">
            <a:extLst>
              <a:ext uri="{FF2B5EF4-FFF2-40B4-BE49-F238E27FC236}">
                <a16:creationId xmlns:a16="http://schemas.microsoft.com/office/drawing/2014/main" id="{4684CF11-1BA0-41B4-B121-81F0094ACF61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973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yebrow-PUSH INTERACTION">
            <a:extLst>
              <a:ext uri="{FF2B5EF4-FFF2-40B4-BE49-F238E27FC236}">
                <a16:creationId xmlns:a16="http://schemas.microsoft.com/office/drawing/2014/main" id="{8DD28C32-5894-4DD0-8AC4-BF0D822E39D2}"/>
              </a:ext>
            </a:extLst>
          </p:cNvPr>
          <p:cNvSpPr>
            <a:spLocks noGrp="1"/>
          </p:cNvSpPr>
          <p:nvPr/>
        </p:nvSpPr>
        <p:spPr>
          <a:xfrm>
            <a:off x="704850" y="2286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PUSH INTERACTION</a:t>
            </a:r>
          </a:p>
        </p:txBody>
      </p:sp>
      <p:sp>
        <p:nvSpPr>
          <p:cNvPr id="2" name="title-推擠既能疏通，也能把風險推向對手">
            <a:extLst>
              <a:ext uri="{FF2B5EF4-FFF2-40B4-BE49-F238E27FC236}">
                <a16:creationId xmlns:a16="http://schemas.microsoft.com/office/drawing/2014/main" id="{F8A1270B-A4F5-4D19-ACB0-ABC523F71B27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1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推擠機制</a:t>
            </a:r>
          </a:p>
        </p:txBody>
      </p:sp>
      <p:sp>
        <p:nvSpPr>
          <p:cNvPr id="3" name="road-divider-112">
            <a:extLst>
              <a:ext uri="{FF2B5EF4-FFF2-40B4-BE49-F238E27FC236}">
                <a16:creationId xmlns:a16="http://schemas.microsoft.com/office/drawing/2014/main" id="{929F4DF4-D877-4BBA-BB85-F81C78CA42AF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152400"/>
          </a:xfrm>
          <a:prstGeom prst="roundRect">
            <a:avLst>
              <a:gd name="adj" fmla="val 50000"/>
            </a:avLst>
          </a:prstGeom>
          <a:solidFill>
            <a:srgbClr val="1C394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oad-mark-112-0">
            <a:extLst>
              <a:ext uri="{FF2B5EF4-FFF2-40B4-BE49-F238E27FC236}">
                <a16:creationId xmlns:a16="http://schemas.microsoft.com/office/drawing/2014/main" id="{9EC4A991-1772-43C9-838E-BD15CBF3101E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oad-mark-112-1">
            <a:extLst>
              <a:ext uri="{FF2B5EF4-FFF2-40B4-BE49-F238E27FC236}">
                <a16:creationId xmlns:a16="http://schemas.microsoft.com/office/drawing/2014/main" id="{C58DD1B9-2208-4C81-B178-0A3281FC2AE4}"/>
              </a:ext>
            </a:extLst>
          </p:cNvPr>
          <p:cNvSpPr>
            <a:spLocks noGrp="1"/>
          </p:cNvSpPr>
          <p:nvPr/>
        </p:nvSpPr>
        <p:spPr>
          <a:xfrm>
            <a:off x="163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oad-mark-112-2">
            <a:extLst>
              <a:ext uri="{FF2B5EF4-FFF2-40B4-BE49-F238E27FC236}">
                <a16:creationId xmlns:a16="http://schemas.microsoft.com/office/drawing/2014/main" id="{86BD9F93-6C00-4404-8349-F681578E635D}"/>
              </a:ext>
            </a:extLst>
          </p:cNvPr>
          <p:cNvSpPr>
            <a:spLocks noGrp="1"/>
          </p:cNvSpPr>
          <p:nvPr/>
        </p:nvSpPr>
        <p:spPr>
          <a:xfrm>
            <a:off x="240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oad-mark-112-3">
            <a:extLst>
              <a:ext uri="{FF2B5EF4-FFF2-40B4-BE49-F238E27FC236}">
                <a16:creationId xmlns:a16="http://schemas.microsoft.com/office/drawing/2014/main" id="{1C36685C-DE80-4522-8FA9-FF9829E780BD}"/>
              </a:ext>
            </a:extLst>
          </p:cNvPr>
          <p:cNvSpPr>
            <a:spLocks noGrp="1"/>
          </p:cNvSpPr>
          <p:nvPr/>
        </p:nvSpPr>
        <p:spPr>
          <a:xfrm>
            <a:off x="316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oad-mark-112-4">
            <a:extLst>
              <a:ext uri="{FF2B5EF4-FFF2-40B4-BE49-F238E27FC236}">
                <a16:creationId xmlns:a16="http://schemas.microsoft.com/office/drawing/2014/main" id="{B52B0410-8CDE-4455-A3E1-02F5DE84B7BD}"/>
              </a:ext>
            </a:extLst>
          </p:cNvPr>
          <p:cNvSpPr>
            <a:spLocks noGrp="1"/>
          </p:cNvSpPr>
          <p:nvPr/>
        </p:nvSpPr>
        <p:spPr>
          <a:xfrm>
            <a:off x="3924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road-mark-112-5">
            <a:extLst>
              <a:ext uri="{FF2B5EF4-FFF2-40B4-BE49-F238E27FC236}">
                <a16:creationId xmlns:a16="http://schemas.microsoft.com/office/drawing/2014/main" id="{9EE71B81-0E35-49E6-9BEA-EC21E99A5C7C}"/>
              </a:ext>
            </a:extLst>
          </p:cNvPr>
          <p:cNvSpPr>
            <a:spLocks noGrp="1"/>
          </p:cNvSpPr>
          <p:nvPr/>
        </p:nvSpPr>
        <p:spPr>
          <a:xfrm>
            <a:off x="468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oad-mark-112-6">
            <a:extLst>
              <a:ext uri="{FF2B5EF4-FFF2-40B4-BE49-F238E27FC236}">
                <a16:creationId xmlns:a16="http://schemas.microsoft.com/office/drawing/2014/main" id="{AAB6C45A-F3BD-491A-BCF4-7DD3A81DD786}"/>
              </a:ext>
            </a:extLst>
          </p:cNvPr>
          <p:cNvSpPr>
            <a:spLocks noGrp="1"/>
          </p:cNvSpPr>
          <p:nvPr/>
        </p:nvSpPr>
        <p:spPr>
          <a:xfrm>
            <a:off x="544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oad-mark-112-7">
            <a:extLst>
              <a:ext uri="{FF2B5EF4-FFF2-40B4-BE49-F238E27FC236}">
                <a16:creationId xmlns:a16="http://schemas.microsoft.com/office/drawing/2014/main" id="{65D95B78-9AB2-40B2-B295-B1CBA3313016}"/>
              </a:ext>
            </a:extLst>
          </p:cNvPr>
          <p:cNvSpPr>
            <a:spLocks noGrp="1"/>
          </p:cNvSpPr>
          <p:nvPr/>
        </p:nvSpPr>
        <p:spPr>
          <a:xfrm>
            <a:off x="621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road-mark-112-8">
            <a:extLst>
              <a:ext uri="{FF2B5EF4-FFF2-40B4-BE49-F238E27FC236}">
                <a16:creationId xmlns:a16="http://schemas.microsoft.com/office/drawing/2014/main" id="{94B00AFC-7E2B-4394-8011-63C3BD7A5236}"/>
              </a:ext>
            </a:extLst>
          </p:cNvPr>
          <p:cNvSpPr>
            <a:spLocks noGrp="1"/>
          </p:cNvSpPr>
          <p:nvPr/>
        </p:nvSpPr>
        <p:spPr>
          <a:xfrm>
            <a:off x="697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oad-mark-112-9">
            <a:extLst>
              <a:ext uri="{FF2B5EF4-FFF2-40B4-BE49-F238E27FC236}">
                <a16:creationId xmlns:a16="http://schemas.microsoft.com/office/drawing/2014/main" id="{9845968C-B079-451E-B790-C1A9E5C80F36}"/>
              </a:ext>
            </a:extLst>
          </p:cNvPr>
          <p:cNvSpPr>
            <a:spLocks noGrp="1"/>
          </p:cNvSpPr>
          <p:nvPr/>
        </p:nvSpPr>
        <p:spPr>
          <a:xfrm>
            <a:off x="7734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oad-mark-112-10">
            <a:extLst>
              <a:ext uri="{FF2B5EF4-FFF2-40B4-BE49-F238E27FC236}">
                <a16:creationId xmlns:a16="http://schemas.microsoft.com/office/drawing/2014/main" id="{E1FE3C00-A08B-4B18-8B02-D9D1D4D7CDB6}"/>
              </a:ext>
            </a:extLst>
          </p:cNvPr>
          <p:cNvSpPr>
            <a:spLocks noGrp="1"/>
          </p:cNvSpPr>
          <p:nvPr/>
        </p:nvSpPr>
        <p:spPr>
          <a:xfrm>
            <a:off x="849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road-mark-112-11">
            <a:extLst>
              <a:ext uri="{FF2B5EF4-FFF2-40B4-BE49-F238E27FC236}">
                <a16:creationId xmlns:a16="http://schemas.microsoft.com/office/drawing/2014/main" id="{BD8D5C92-3DED-434F-9CEF-A7234EB0480A}"/>
              </a:ext>
            </a:extLst>
          </p:cNvPr>
          <p:cNvSpPr>
            <a:spLocks noGrp="1"/>
          </p:cNvSpPr>
          <p:nvPr/>
        </p:nvSpPr>
        <p:spPr>
          <a:xfrm>
            <a:off x="925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oad-mark-112-12">
            <a:extLst>
              <a:ext uri="{FF2B5EF4-FFF2-40B4-BE49-F238E27FC236}">
                <a16:creationId xmlns:a16="http://schemas.microsoft.com/office/drawing/2014/main" id="{3CAD1269-B066-40C2-A791-F7CD7E4563B3}"/>
              </a:ext>
            </a:extLst>
          </p:cNvPr>
          <p:cNvSpPr>
            <a:spLocks noGrp="1"/>
          </p:cNvSpPr>
          <p:nvPr/>
        </p:nvSpPr>
        <p:spPr>
          <a:xfrm>
            <a:off x="1002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road-mark-112-13">
            <a:extLst>
              <a:ext uri="{FF2B5EF4-FFF2-40B4-BE49-F238E27FC236}">
                <a16:creationId xmlns:a16="http://schemas.microsoft.com/office/drawing/2014/main" id="{CACEDE16-F4B8-40E8-BDA4-DC0B8ADD523E}"/>
              </a:ext>
            </a:extLst>
          </p:cNvPr>
          <p:cNvSpPr>
            <a:spLocks noGrp="1"/>
          </p:cNvSpPr>
          <p:nvPr/>
        </p:nvSpPr>
        <p:spPr>
          <a:xfrm>
            <a:off x="1078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tep-1-circle">
            <a:extLst>
              <a:ext uri="{FF2B5EF4-FFF2-40B4-BE49-F238E27FC236}">
                <a16:creationId xmlns:a16="http://schemas.microsoft.com/office/drawing/2014/main" id="{1CD880D6-36F9-40C2-B24B-A9E08904B63F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514350" cy="514350"/>
          </a:xfrm>
          <a:prstGeom prst="ellipse">
            <a:avLst/>
          </a:prstGeom>
          <a:solidFill>
            <a:srgbClr val="4AB5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tep-1-number">
            <a:extLst>
              <a:ext uri="{FF2B5EF4-FFF2-40B4-BE49-F238E27FC236}">
                <a16:creationId xmlns:a16="http://schemas.microsoft.com/office/drawing/2014/main" id="{5F2E5F5C-0F12-45D0-B564-A4395DA1FEE9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 dirty="0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01</a:t>
            </a:r>
          </a:p>
        </p:txBody>
      </p:sp>
      <p:sp>
        <p:nvSpPr>
          <p:cNvPr id="20" name="step-1-title">
            <a:extLst>
              <a:ext uri="{FF2B5EF4-FFF2-40B4-BE49-F238E27FC236}">
                <a16:creationId xmlns:a16="http://schemas.microsoft.com/office/drawing/2014/main" id="{90F5178C-1BD3-44AD-9A69-E446C5DA41FD}"/>
              </a:ext>
            </a:extLst>
          </p:cNvPr>
          <p:cNvSpPr>
            <a:spLocks noGrp="1"/>
          </p:cNvSpPr>
          <p:nvPr/>
        </p:nvSpPr>
        <p:spPr>
          <a:xfrm>
            <a:off x="1533525" y="16002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隊列卡住</a:t>
            </a:r>
          </a:p>
        </p:txBody>
      </p:sp>
      <p:sp>
        <p:nvSpPr>
          <p:cNvPr id="21" name="step-1-body">
            <a:extLst>
              <a:ext uri="{FF2B5EF4-FFF2-40B4-BE49-F238E27FC236}">
                <a16:creationId xmlns:a16="http://schemas.microsoft.com/office/drawing/2014/main" id="{B20C9386-B35C-468B-97B0-F3EF51014691}"/>
              </a:ext>
            </a:extLst>
          </p:cNvPr>
          <p:cNvSpPr>
            <a:spLocks noGrp="1"/>
          </p:cNvSpPr>
          <p:nvPr/>
        </p:nvSpPr>
        <p:spPr>
          <a:xfrm>
            <a:off x="1533525" y="1933575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前方有人時，先在停等、繞行與推動之間選擇。</a:t>
            </a:r>
          </a:p>
        </p:txBody>
      </p:sp>
      <p:sp>
        <p:nvSpPr>
          <p:cNvPr id="22" name="step-2-circle">
            <a:extLst>
              <a:ext uri="{FF2B5EF4-FFF2-40B4-BE49-F238E27FC236}">
                <a16:creationId xmlns:a16="http://schemas.microsoft.com/office/drawing/2014/main" id="{23CC1801-F23F-4B8B-9F74-DBE9347FA932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514350" cy="514350"/>
          </a:xfrm>
          <a:prstGeom prst="ellipse">
            <a:avLst/>
          </a:prstGeom>
          <a:solidFill>
            <a:srgbClr val="52A85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tep-2-number">
            <a:extLst>
              <a:ext uri="{FF2B5EF4-FFF2-40B4-BE49-F238E27FC236}">
                <a16:creationId xmlns:a16="http://schemas.microsoft.com/office/drawing/2014/main" id="{9B2B9920-600A-481C-8D56-812F8169A714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 dirty="0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02</a:t>
            </a:r>
          </a:p>
        </p:txBody>
      </p:sp>
      <p:sp>
        <p:nvSpPr>
          <p:cNvPr id="24" name="step-2-title">
            <a:extLst>
              <a:ext uri="{FF2B5EF4-FFF2-40B4-BE49-F238E27FC236}">
                <a16:creationId xmlns:a16="http://schemas.microsoft.com/office/drawing/2014/main" id="{130BA5D1-BDFD-4840-AA59-247E9861DDA0}"/>
              </a:ext>
            </a:extLst>
          </p:cNvPr>
          <p:cNvSpPr>
            <a:spLocks noGrp="1"/>
          </p:cNvSpPr>
          <p:nvPr/>
        </p:nvSpPr>
        <p:spPr>
          <a:xfrm>
            <a:off x="1533525" y="29337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連鎖移動</a:t>
            </a:r>
          </a:p>
        </p:txBody>
      </p:sp>
      <p:sp>
        <p:nvSpPr>
          <p:cNvPr id="25" name="step-2-body">
            <a:extLst>
              <a:ext uri="{FF2B5EF4-FFF2-40B4-BE49-F238E27FC236}">
                <a16:creationId xmlns:a16="http://schemas.microsoft.com/office/drawing/2014/main" id="{B5103305-4FB0-4369-B0F8-F27AB22F12CE}"/>
              </a:ext>
            </a:extLst>
          </p:cNvPr>
          <p:cNvSpPr>
            <a:spLocks noGrp="1"/>
          </p:cNvSpPr>
          <p:nvPr/>
        </p:nvSpPr>
        <p:spPr>
          <a:xfrm>
            <a:off x="1533525" y="3267075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 dirty="0" err="1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最前端可通行時，整列在同一</a:t>
            </a:r>
            <a:r>
              <a:rPr sz="1350" b="0" dirty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 tick </a:t>
            </a:r>
            <a:r>
              <a:rPr sz="1350" b="0" dirty="0" err="1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同步前進</a:t>
            </a:r>
            <a:r>
              <a:rPr sz="1350" b="0" dirty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。</a:t>
            </a:r>
          </a:p>
        </p:txBody>
      </p:sp>
      <p:sp>
        <p:nvSpPr>
          <p:cNvPr id="26" name="step-3-circle">
            <a:extLst>
              <a:ext uri="{FF2B5EF4-FFF2-40B4-BE49-F238E27FC236}">
                <a16:creationId xmlns:a16="http://schemas.microsoft.com/office/drawing/2014/main" id="{304BC461-9274-427F-91B6-F4BA8E02EE5C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tep-3-number">
            <a:extLst>
              <a:ext uri="{FF2B5EF4-FFF2-40B4-BE49-F238E27FC236}">
                <a16:creationId xmlns:a16="http://schemas.microsoft.com/office/drawing/2014/main" id="{3968AD03-3B14-4119-B54A-EB333331755C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03</a:t>
            </a:r>
          </a:p>
        </p:txBody>
      </p:sp>
      <p:sp>
        <p:nvSpPr>
          <p:cNvPr id="28" name="step-3-title">
            <a:extLst>
              <a:ext uri="{FF2B5EF4-FFF2-40B4-BE49-F238E27FC236}">
                <a16:creationId xmlns:a16="http://schemas.microsoft.com/office/drawing/2014/main" id="{6D12413A-DBAE-468D-B61B-5E184AAF8FB1}"/>
              </a:ext>
            </a:extLst>
          </p:cNvPr>
          <p:cNvSpPr>
            <a:spLocks noGrp="1"/>
          </p:cNvSpPr>
          <p:nvPr/>
        </p:nvSpPr>
        <p:spPr>
          <a:xfrm>
            <a:off x="1533525" y="42672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875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風險交換</a:t>
            </a:r>
          </a:p>
        </p:txBody>
      </p:sp>
      <p:sp>
        <p:nvSpPr>
          <p:cNvPr id="29" name="step-3-body">
            <a:extLst>
              <a:ext uri="{FF2B5EF4-FFF2-40B4-BE49-F238E27FC236}">
                <a16:creationId xmlns:a16="http://schemas.microsoft.com/office/drawing/2014/main" id="{74C2E8CF-BD9D-451C-B38F-518EF5520B55}"/>
              </a:ext>
            </a:extLst>
          </p:cNvPr>
          <p:cNvSpPr>
            <a:spLocks noGrp="1"/>
          </p:cNvSpPr>
          <p:nvPr/>
        </p:nvSpPr>
        <p:spPr>
          <a:xfrm>
            <a:off x="1533525" y="4600575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落地後仍需判定車流、鐵道、河道或坑洞。</a:t>
            </a:r>
          </a:p>
        </p:txBody>
      </p:sp>
      <p:pic>
        <p:nvPicPr>
          <p:cNvPr id="68" name="圖片 6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2125" y="1722438"/>
            <a:ext cx="5905500" cy="3937000"/>
          </a:xfrm>
          <a:prstGeom prst="rect">
            <a:avLst/>
          </a:prstGeom>
        </p:spPr>
      </p:pic>
      <p:sp>
        <p:nvSpPr>
          <p:cNvPr id="32" name="signal-body-5">
            <a:extLst>
              <a:ext uri="{FF2B5EF4-FFF2-40B4-BE49-F238E27FC236}">
                <a16:creationId xmlns:a16="http://schemas.microsoft.com/office/drawing/2014/main" id="{EA407BC2-9CA7-46B8-8235-9F0DEBEC7C59}"/>
              </a:ext>
            </a:extLst>
          </p:cNvPr>
          <p:cNvSpPr>
            <a:spLocks noGrp="1"/>
          </p:cNvSpPr>
          <p:nvPr/>
        </p:nvSpPr>
        <p:spPr>
          <a:xfrm>
            <a:off x="11353800" y="5953125"/>
            <a:ext cx="323850" cy="666750"/>
          </a:xfrm>
          <a:prstGeom prst="roundRect">
            <a:avLst>
              <a:gd name="adj" fmla="val 29412"/>
            </a:avLst>
          </a:prstGeom>
          <a:solidFill>
            <a:srgbClr val="152B3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33" name="signal-red-5">
            <a:extLst>
              <a:ext uri="{FF2B5EF4-FFF2-40B4-BE49-F238E27FC236}">
                <a16:creationId xmlns:a16="http://schemas.microsoft.com/office/drawing/2014/main" id="{D0D19472-3C03-405C-B7B1-69A527E0FB8F}"/>
              </a:ext>
            </a:extLst>
          </p:cNvPr>
          <p:cNvSpPr>
            <a:spLocks noGrp="1"/>
          </p:cNvSpPr>
          <p:nvPr/>
        </p:nvSpPr>
        <p:spPr>
          <a:xfrm>
            <a:off x="11439525" y="6019800"/>
            <a:ext cx="152400" cy="152400"/>
          </a:xfrm>
          <a:prstGeom prst="ellipse">
            <a:avLst/>
          </a:prstGeom>
          <a:solidFill>
            <a:srgbClr val="E84A4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ignal-yellow-5">
            <a:extLst>
              <a:ext uri="{FF2B5EF4-FFF2-40B4-BE49-F238E27FC236}">
                <a16:creationId xmlns:a16="http://schemas.microsoft.com/office/drawing/2014/main" id="{B2AC963D-CD31-4E50-B9DF-2991610495F3}"/>
              </a:ext>
            </a:extLst>
          </p:cNvPr>
          <p:cNvSpPr>
            <a:spLocks noGrp="1"/>
          </p:cNvSpPr>
          <p:nvPr/>
        </p:nvSpPr>
        <p:spPr>
          <a:xfrm>
            <a:off x="11439525" y="6210300"/>
            <a:ext cx="152400" cy="152400"/>
          </a:xfrm>
          <a:prstGeom prst="ellipse">
            <a:avLst/>
          </a:prstGeom>
          <a:solidFill>
            <a:srgbClr val="FFD54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ignal-green-5">
            <a:extLst>
              <a:ext uri="{FF2B5EF4-FFF2-40B4-BE49-F238E27FC236}">
                <a16:creationId xmlns:a16="http://schemas.microsoft.com/office/drawing/2014/main" id="{819C060C-6D36-4CD9-BA2D-782439F39924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ellipse">
            <a:avLst/>
          </a:prstGeom>
          <a:solidFill>
            <a:srgbClr val="49C85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page-number-5">
            <a:extLst>
              <a:ext uri="{FF2B5EF4-FFF2-40B4-BE49-F238E27FC236}">
                <a16:creationId xmlns:a16="http://schemas.microsoft.com/office/drawing/2014/main" id="{62E026BE-004F-47E4-AE5A-CDE7D6EEDD2D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2793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yebrow-IMPLEMENTED TENSION">
            <a:extLst>
              <a:ext uri="{FF2B5EF4-FFF2-40B4-BE49-F238E27FC236}">
                <a16:creationId xmlns:a16="http://schemas.microsoft.com/office/drawing/2014/main" id="{027B37DE-A05A-47A6-8FB1-449751353FFC}"/>
              </a:ext>
            </a:extLst>
          </p:cNvPr>
          <p:cNvSpPr>
            <a:spLocks noGrp="1"/>
          </p:cNvSpPr>
          <p:nvPr/>
        </p:nvSpPr>
        <p:spPr>
          <a:xfrm>
            <a:off x="704850" y="2286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MAP ITEM</a:t>
            </a:r>
          </a:p>
        </p:txBody>
      </p:sp>
      <p:sp>
        <p:nvSpPr>
          <p:cNvPr id="2" name="title-三種已實作機制，讓路線選擇持續變化">
            <a:extLst>
              <a:ext uri="{FF2B5EF4-FFF2-40B4-BE49-F238E27FC236}">
                <a16:creationId xmlns:a16="http://schemas.microsoft.com/office/drawing/2014/main" id="{DC24DCC0-A4C6-4DC8-B0D1-699C792AB744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31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31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地圖道具</a:t>
            </a:r>
          </a:p>
        </p:txBody>
      </p:sp>
      <p:sp>
        <p:nvSpPr>
          <p:cNvPr id="3" name="road-divider-112">
            <a:extLst>
              <a:ext uri="{FF2B5EF4-FFF2-40B4-BE49-F238E27FC236}">
                <a16:creationId xmlns:a16="http://schemas.microsoft.com/office/drawing/2014/main" id="{6DE836E5-6619-4CC5-9CD7-2DB2ACE437D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152400"/>
          </a:xfrm>
          <a:prstGeom prst="roundRect">
            <a:avLst>
              <a:gd name="adj" fmla="val 50000"/>
            </a:avLst>
          </a:prstGeom>
          <a:solidFill>
            <a:srgbClr val="1C394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road-mark-112-0">
            <a:extLst>
              <a:ext uri="{FF2B5EF4-FFF2-40B4-BE49-F238E27FC236}">
                <a16:creationId xmlns:a16="http://schemas.microsoft.com/office/drawing/2014/main" id="{883046A1-8B88-42D5-B105-1D22F94DB671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oad-mark-112-1">
            <a:extLst>
              <a:ext uri="{FF2B5EF4-FFF2-40B4-BE49-F238E27FC236}">
                <a16:creationId xmlns:a16="http://schemas.microsoft.com/office/drawing/2014/main" id="{F2ED0B68-56AD-4E74-A157-27472ECFFD46}"/>
              </a:ext>
            </a:extLst>
          </p:cNvPr>
          <p:cNvSpPr>
            <a:spLocks noGrp="1"/>
          </p:cNvSpPr>
          <p:nvPr/>
        </p:nvSpPr>
        <p:spPr>
          <a:xfrm>
            <a:off x="163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road-mark-112-2">
            <a:extLst>
              <a:ext uri="{FF2B5EF4-FFF2-40B4-BE49-F238E27FC236}">
                <a16:creationId xmlns:a16="http://schemas.microsoft.com/office/drawing/2014/main" id="{3782CF1A-C85A-418D-B5CF-4F6BBD49E234}"/>
              </a:ext>
            </a:extLst>
          </p:cNvPr>
          <p:cNvSpPr>
            <a:spLocks noGrp="1"/>
          </p:cNvSpPr>
          <p:nvPr/>
        </p:nvSpPr>
        <p:spPr>
          <a:xfrm>
            <a:off x="240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road-mark-112-3">
            <a:extLst>
              <a:ext uri="{FF2B5EF4-FFF2-40B4-BE49-F238E27FC236}">
                <a16:creationId xmlns:a16="http://schemas.microsoft.com/office/drawing/2014/main" id="{B827F9F0-50DF-4371-848C-368AFF1429D0}"/>
              </a:ext>
            </a:extLst>
          </p:cNvPr>
          <p:cNvSpPr>
            <a:spLocks noGrp="1"/>
          </p:cNvSpPr>
          <p:nvPr/>
        </p:nvSpPr>
        <p:spPr>
          <a:xfrm>
            <a:off x="316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oad-mark-112-4">
            <a:extLst>
              <a:ext uri="{FF2B5EF4-FFF2-40B4-BE49-F238E27FC236}">
                <a16:creationId xmlns:a16="http://schemas.microsoft.com/office/drawing/2014/main" id="{B1076049-0796-4DD6-9DB5-C91BC5132813}"/>
              </a:ext>
            </a:extLst>
          </p:cNvPr>
          <p:cNvSpPr>
            <a:spLocks noGrp="1"/>
          </p:cNvSpPr>
          <p:nvPr/>
        </p:nvSpPr>
        <p:spPr>
          <a:xfrm>
            <a:off x="3924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road-mark-112-5">
            <a:extLst>
              <a:ext uri="{FF2B5EF4-FFF2-40B4-BE49-F238E27FC236}">
                <a16:creationId xmlns:a16="http://schemas.microsoft.com/office/drawing/2014/main" id="{624CC5C5-7539-42A2-8D2A-B1293A59A8F3}"/>
              </a:ext>
            </a:extLst>
          </p:cNvPr>
          <p:cNvSpPr>
            <a:spLocks noGrp="1"/>
          </p:cNvSpPr>
          <p:nvPr/>
        </p:nvSpPr>
        <p:spPr>
          <a:xfrm>
            <a:off x="468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oad-mark-112-6">
            <a:extLst>
              <a:ext uri="{FF2B5EF4-FFF2-40B4-BE49-F238E27FC236}">
                <a16:creationId xmlns:a16="http://schemas.microsoft.com/office/drawing/2014/main" id="{CE19A9B6-7983-4130-A1CA-E24AA3DD9376}"/>
              </a:ext>
            </a:extLst>
          </p:cNvPr>
          <p:cNvSpPr>
            <a:spLocks noGrp="1"/>
          </p:cNvSpPr>
          <p:nvPr/>
        </p:nvSpPr>
        <p:spPr>
          <a:xfrm>
            <a:off x="544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oad-mark-112-7">
            <a:extLst>
              <a:ext uri="{FF2B5EF4-FFF2-40B4-BE49-F238E27FC236}">
                <a16:creationId xmlns:a16="http://schemas.microsoft.com/office/drawing/2014/main" id="{2D12851C-98A8-40C3-BD3D-207152406FA8}"/>
              </a:ext>
            </a:extLst>
          </p:cNvPr>
          <p:cNvSpPr>
            <a:spLocks noGrp="1"/>
          </p:cNvSpPr>
          <p:nvPr/>
        </p:nvSpPr>
        <p:spPr>
          <a:xfrm>
            <a:off x="621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road-mark-112-8">
            <a:extLst>
              <a:ext uri="{FF2B5EF4-FFF2-40B4-BE49-F238E27FC236}">
                <a16:creationId xmlns:a16="http://schemas.microsoft.com/office/drawing/2014/main" id="{21A6D613-0D4E-4BED-A5C5-E9B7A0203641}"/>
              </a:ext>
            </a:extLst>
          </p:cNvPr>
          <p:cNvSpPr>
            <a:spLocks noGrp="1"/>
          </p:cNvSpPr>
          <p:nvPr/>
        </p:nvSpPr>
        <p:spPr>
          <a:xfrm>
            <a:off x="697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oad-mark-112-9">
            <a:extLst>
              <a:ext uri="{FF2B5EF4-FFF2-40B4-BE49-F238E27FC236}">
                <a16:creationId xmlns:a16="http://schemas.microsoft.com/office/drawing/2014/main" id="{8B574070-BA6E-41E5-9D65-C62D13066D2E}"/>
              </a:ext>
            </a:extLst>
          </p:cNvPr>
          <p:cNvSpPr>
            <a:spLocks noGrp="1"/>
          </p:cNvSpPr>
          <p:nvPr/>
        </p:nvSpPr>
        <p:spPr>
          <a:xfrm>
            <a:off x="7734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oad-mark-112-10">
            <a:extLst>
              <a:ext uri="{FF2B5EF4-FFF2-40B4-BE49-F238E27FC236}">
                <a16:creationId xmlns:a16="http://schemas.microsoft.com/office/drawing/2014/main" id="{B4481E20-349A-4116-8B30-D6839E3102D3}"/>
              </a:ext>
            </a:extLst>
          </p:cNvPr>
          <p:cNvSpPr>
            <a:spLocks noGrp="1"/>
          </p:cNvSpPr>
          <p:nvPr/>
        </p:nvSpPr>
        <p:spPr>
          <a:xfrm>
            <a:off x="8496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road-mark-112-11">
            <a:extLst>
              <a:ext uri="{FF2B5EF4-FFF2-40B4-BE49-F238E27FC236}">
                <a16:creationId xmlns:a16="http://schemas.microsoft.com/office/drawing/2014/main" id="{049462C7-FC9F-46EB-8E4E-A3F8ED28B51B}"/>
              </a:ext>
            </a:extLst>
          </p:cNvPr>
          <p:cNvSpPr>
            <a:spLocks noGrp="1"/>
          </p:cNvSpPr>
          <p:nvPr/>
        </p:nvSpPr>
        <p:spPr>
          <a:xfrm>
            <a:off x="9258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oad-mark-112-12">
            <a:extLst>
              <a:ext uri="{FF2B5EF4-FFF2-40B4-BE49-F238E27FC236}">
                <a16:creationId xmlns:a16="http://schemas.microsoft.com/office/drawing/2014/main" id="{346CDDF3-987B-4B43-A8C6-F7E5B705FCE6}"/>
              </a:ext>
            </a:extLst>
          </p:cNvPr>
          <p:cNvSpPr>
            <a:spLocks noGrp="1"/>
          </p:cNvSpPr>
          <p:nvPr/>
        </p:nvSpPr>
        <p:spPr>
          <a:xfrm>
            <a:off x="10020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road-mark-112-13">
            <a:extLst>
              <a:ext uri="{FF2B5EF4-FFF2-40B4-BE49-F238E27FC236}">
                <a16:creationId xmlns:a16="http://schemas.microsoft.com/office/drawing/2014/main" id="{4AD953D5-AB83-432F-B8F5-D6541B815618}"/>
              </a:ext>
            </a:extLst>
          </p:cNvPr>
          <p:cNvSpPr>
            <a:spLocks noGrp="1"/>
          </p:cNvSpPr>
          <p:nvPr/>
        </p:nvSpPr>
        <p:spPr>
          <a:xfrm>
            <a:off x="10782300" y="11239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mechanic-title-1">
            <a:extLst>
              <a:ext uri="{FF2B5EF4-FFF2-40B4-BE49-F238E27FC236}">
                <a16:creationId xmlns:a16="http://schemas.microsoft.com/office/drawing/2014/main" id="{201DF998-1201-49C8-867C-C3C91E164A37}"/>
              </a:ext>
            </a:extLst>
          </p:cNvPr>
          <p:cNvSpPr>
            <a:spLocks noGrp="1"/>
          </p:cNvSpPr>
          <p:nvPr/>
        </p:nvSpPr>
        <p:spPr>
          <a:xfrm>
            <a:off x="1466850" y="15525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問號箱</a:t>
            </a:r>
          </a:p>
        </p:txBody>
      </p:sp>
      <p:sp>
        <p:nvSpPr>
          <p:cNvPr id="20" name="mechanic-body-1">
            <a:extLst>
              <a:ext uri="{FF2B5EF4-FFF2-40B4-BE49-F238E27FC236}">
                <a16:creationId xmlns:a16="http://schemas.microsoft.com/office/drawing/2014/main" id="{04F3D82F-6389-432C-AAF5-C20BC6BC45BB}"/>
              </a:ext>
            </a:extLst>
          </p:cNvPr>
          <p:cNvSpPr>
            <a:spLocks noGrp="1"/>
          </p:cNvSpPr>
          <p:nvPr/>
        </p:nvSpPr>
        <p:spPr>
          <a:xfrm>
            <a:off x="1466850" y="1952625"/>
            <a:ext cx="371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地圖中會出現原創問號箱，玩家碰撞後取得隨機道具。</a:t>
            </a:r>
          </a:p>
        </p:txBody>
      </p:sp>
      <p:pic>
        <p:nvPicPr>
          <p:cNvPr id="59" name="mechanic-vignette-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3200" y="1524000"/>
            <a:ext cx="4781550" cy="4095750"/>
          </a:xfrm>
          <a:prstGeom prst="rect">
            <a:avLst/>
          </a:prstGeom>
        </p:spPr>
      </p:pic>
      <p:sp>
        <p:nvSpPr>
          <p:cNvPr id="24" name="mechanic-title-2">
            <a:extLst>
              <a:ext uri="{FF2B5EF4-FFF2-40B4-BE49-F238E27FC236}">
                <a16:creationId xmlns:a16="http://schemas.microsoft.com/office/drawing/2014/main" id="{F4B40883-29A0-4CA5-A650-AB52F8BBECB5}"/>
              </a:ext>
            </a:extLst>
          </p:cNvPr>
          <p:cNvSpPr>
            <a:spLocks noGrp="1"/>
          </p:cNvSpPr>
          <p:nvPr/>
        </p:nvSpPr>
        <p:spPr>
          <a:xfrm>
            <a:off x="1466850" y="28479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隨機道具</a:t>
            </a:r>
          </a:p>
        </p:txBody>
      </p:sp>
      <p:sp>
        <p:nvSpPr>
          <p:cNvPr id="25" name="mechanic-body-2">
            <a:extLst>
              <a:ext uri="{FF2B5EF4-FFF2-40B4-BE49-F238E27FC236}">
                <a16:creationId xmlns:a16="http://schemas.microsoft.com/office/drawing/2014/main" id="{5175E824-9A40-463E-95D1-0043CE26D166}"/>
              </a:ext>
            </a:extLst>
          </p:cNvPr>
          <p:cNvSpPr>
            <a:spLocks noGrp="1"/>
          </p:cNvSpPr>
          <p:nvPr/>
        </p:nvSpPr>
        <p:spPr>
          <a:xfrm>
            <a:off x="1466850" y="3248025"/>
            <a:ext cx="371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例如泡泡盾、彈簧拳與積分道具，帶來不同的應對方式。</a:t>
            </a:r>
          </a:p>
        </p:txBody>
      </p:sp>
      <p:sp>
        <p:nvSpPr>
          <p:cNvPr id="29" name="mechanic-title-3">
            <a:extLst>
              <a:ext uri="{FF2B5EF4-FFF2-40B4-BE49-F238E27FC236}">
                <a16:creationId xmlns:a16="http://schemas.microsoft.com/office/drawing/2014/main" id="{B6DCA74B-81AC-4920-8DE2-F7E945A5C9AB}"/>
              </a:ext>
            </a:extLst>
          </p:cNvPr>
          <p:cNvSpPr>
            <a:spLocks noGrp="1"/>
          </p:cNvSpPr>
          <p:nvPr/>
        </p:nvSpPr>
        <p:spPr>
          <a:xfrm>
            <a:off x="1466850" y="41433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950" b="1">
                <a:solidFill>
                  <a:srgbClr val="173042"/>
                </a:solidFill>
                <a:latin typeface="Microsoft JhengHei UI"/>
                <a:ea typeface="Microsoft JhengHei UI"/>
                <a:cs typeface="Microsoft JhengHei UI"/>
              </a:rPr>
              <a:t>互動趣味性</a:t>
            </a:r>
          </a:p>
        </p:txBody>
      </p:sp>
      <p:sp>
        <p:nvSpPr>
          <p:cNvPr id="30" name="mechanic-body-3">
            <a:extLst>
              <a:ext uri="{FF2B5EF4-FFF2-40B4-BE49-F238E27FC236}">
                <a16:creationId xmlns:a16="http://schemas.microsoft.com/office/drawing/2014/main" id="{3B2823BA-D4BE-41C7-8591-51091B49D4EA}"/>
              </a:ext>
            </a:extLst>
          </p:cNvPr>
          <p:cNvSpPr>
            <a:spLocks noGrp="1"/>
          </p:cNvSpPr>
          <p:nvPr/>
        </p:nvSpPr>
        <p:spPr>
          <a:xfrm>
            <a:off x="1466850" y="4543425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0">
                <a:solidFill>
                  <a:srgbClr val="536B78"/>
                </a:solidFill>
                <a:latin typeface="Microsoft JhengHei UI"/>
                <a:ea typeface="Microsoft JhengHei UI"/>
                <a:cs typeface="Microsoft JhengHei UI"/>
              </a:rPr>
              <a:t>道具會創造防守、干擾與繞路取分等不同選擇，讓每局產生新的互動與變化。</a:t>
            </a:r>
          </a:p>
        </p:txBody>
      </p:sp>
      <p:sp>
        <p:nvSpPr>
          <p:cNvPr id="32" name="signal-body-6">
            <a:extLst>
              <a:ext uri="{FF2B5EF4-FFF2-40B4-BE49-F238E27FC236}">
                <a16:creationId xmlns:a16="http://schemas.microsoft.com/office/drawing/2014/main" id="{9BEE1BCA-0F9F-489A-800C-4187FC8633C9}"/>
              </a:ext>
            </a:extLst>
          </p:cNvPr>
          <p:cNvSpPr>
            <a:spLocks noGrp="1"/>
          </p:cNvSpPr>
          <p:nvPr/>
        </p:nvSpPr>
        <p:spPr>
          <a:xfrm>
            <a:off x="11353800" y="5953125"/>
            <a:ext cx="323850" cy="666750"/>
          </a:xfrm>
          <a:prstGeom prst="roundRect">
            <a:avLst>
              <a:gd name="adj" fmla="val 29412"/>
            </a:avLst>
          </a:prstGeom>
          <a:solidFill>
            <a:srgbClr val="152B3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33" name="signal-red-6">
            <a:extLst>
              <a:ext uri="{FF2B5EF4-FFF2-40B4-BE49-F238E27FC236}">
                <a16:creationId xmlns:a16="http://schemas.microsoft.com/office/drawing/2014/main" id="{F24EFEAB-C09C-4B11-A1BE-6E0EC943B9B1}"/>
              </a:ext>
            </a:extLst>
          </p:cNvPr>
          <p:cNvSpPr>
            <a:spLocks noGrp="1"/>
          </p:cNvSpPr>
          <p:nvPr/>
        </p:nvSpPr>
        <p:spPr>
          <a:xfrm>
            <a:off x="11439525" y="6019800"/>
            <a:ext cx="152400" cy="152400"/>
          </a:xfrm>
          <a:prstGeom prst="ellipse">
            <a:avLst/>
          </a:prstGeom>
          <a:solidFill>
            <a:srgbClr val="E84A4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ignal-yellow-6">
            <a:extLst>
              <a:ext uri="{FF2B5EF4-FFF2-40B4-BE49-F238E27FC236}">
                <a16:creationId xmlns:a16="http://schemas.microsoft.com/office/drawing/2014/main" id="{10DE0018-5718-4B73-A0E0-916821BCEFF4}"/>
              </a:ext>
            </a:extLst>
          </p:cNvPr>
          <p:cNvSpPr>
            <a:spLocks noGrp="1"/>
          </p:cNvSpPr>
          <p:nvPr/>
        </p:nvSpPr>
        <p:spPr>
          <a:xfrm>
            <a:off x="11439525" y="6210300"/>
            <a:ext cx="152400" cy="152400"/>
          </a:xfrm>
          <a:prstGeom prst="ellipse">
            <a:avLst/>
          </a:prstGeom>
          <a:solidFill>
            <a:srgbClr val="FFD54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ignal-green-6">
            <a:extLst>
              <a:ext uri="{FF2B5EF4-FFF2-40B4-BE49-F238E27FC236}">
                <a16:creationId xmlns:a16="http://schemas.microsoft.com/office/drawing/2014/main" id="{74761A9F-1C00-49AF-B974-8C07275FE872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ellipse">
            <a:avLst/>
          </a:prstGeom>
          <a:solidFill>
            <a:srgbClr val="49C85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page-number-6">
            <a:extLst>
              <a:ext uri="{FF2B5EF4-FFF2-40B4-BE49-F238E27FC236}">
                <a16:creationId xmlns:a16="http://schemas.microsoft.com/office/drawing/2014/main" id="{3709B6C2-66CF-4158-9617-03AF6097A709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rPr>
              <a:t>6</a:t>
            </a:r>
          </a:p>
        </p:txBody>
      </p:sp>
      <p:sp>
        <p:nvSpPr>
          <p:cNvPr id="40" name="step-1-circle">
            <a:extLst>
              <a:ext uri="{FF2B5EF4-FFF2-40B4-BE49-F238E27FC236}">
                <a16:creationId xmlns:a16="http://schemas.microsoft.com/office/drawing/2014/main" id="{AC2E4324-6684-DAC0-45ED-F32A9B690F84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514350" cy="514350"/>
          </a:xfrm>
          <a:prstGeom prst="ellipse">
            <a:avLst/>
          </a:prstGeom>
          <a:solidFill>
            <a:srgbClr val="4AB5E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tep-1-number">
            <a:extLst>
              <a:ext uri="{FF2B5EF4-FFF2-40B4-BE49-F238E27FC236}">
                <a16:creationId xmlns:a16="http://schemas.microsoft.com/office/drawing/2014/main" id="{7AC1A473-CAB8-4A69-19B8-693C070B07F0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 dirty="0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01</a:t>
            </a:r>
          </a:p>
        </p:txBody>
      </p:sp>
      <p:sp>
        <p:nvSpPr>
          <p:cNvPr id="44" name="step-2-circle">
            <a:extLst>
              <a:ext uri="{FF2B5EF4-FFF2-40B4-BE49-F238E27FC236}">
                <a16:creationId xmlns:a16="http://schemas.microsoft.com/office/drawing/2014/main" id="{F4C013B4-0F62-9D95-9F48-75BAFE43F725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514350" cy="514350"/>
          </a:xfrm>
          <a:prstGeom prst="ellipse">
            <a:avLst/>
          </a:prstGeom>
          <a:solidFill>
            <a:srgbClr val="52A85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tep-2-number">
            <a:extLst>
              <a:ext uri="{FF2B5EF4-FFF2-40B4-BE49-F238E27FC236}">
                <a16:creationId xmlns:a16="http://schemas.microsoft.com/office/drawing/2014/main" id="{8A67E376-4512-E3CF-1E3E-41A4D019C8DF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 dirty="0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02</a:t>
            </a:r>
          </a:p>
        </p:txBody>
      </p:sp>
      <p:sp>
        <p:nvSpPr>
          <p:cNvPr id="48" name="step-3-circle">
            <a:extLst>
              <a:ext uri="{FF2B5EF4-FFF2-40B4-BE49-F238E27FC236}">
                <a16:creationId xmlns:a16="http://schemas.microsoft.com/office/drawing/2014/main" id="{2342D358-E35E-683D-B47D-28F8291A5F2A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tep-3-number">
            <a:extLst>
              <a:ext uri="{FF2B5EF4-FFF2-40B4-BE49-F238E27FC236}">
                <a16:creationId xmlns:a16="http://schemas.microsoft.com/office/drawing/2014/main" id="{2D76B4E3-2045-6E12-BE1F-1D0991572F37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350" b="1">
                <a:solidFill>
                  <a:srgbClr val="FFFFFF"/>
                </a:solidFill>
                <a:latin typeface="Arial Rounded MT Bold"/>
                <a:ea typeface="Arial Rounded MT Bold"/>
                <a:cs typeface="Arial Rounded MT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3983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-DECISION DISCUSSION">
            <a:extLst>
              <a:ext uri="{FF2B5EF4-FFF2-40B4-BE49-F238E27FC236}">
                <a16:creationId xmlns:a16="http://schemas.microsoft.com/office/drawing/2014/main" id="{736A79C8-6823-4361-95F7-E0BD667FD2CA}"/>
              </a:ext>
            </a:extLst>
          </p:cNvPr>
          <p:cNvSpPr>
            <a:spLocks noGrp="1"/>
          </p:cNvSpPr>
          <p:nvPr/>
        </p:nvSpPr>
        <p:spPr>
          <a:xfrm>
            <a:off x="704850" y="4762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1200" b="1">
                <a:solidFill>
                  <a:srgbClr val="F47A32"/>
                </a:solidFill>
                <a:latin typeface="Arial Rounded MT Bold"/>
                <a:ea typeface="Arial Rounded MT Bold"/>
                <a:cs typeface="Arial Rounded MT Bold"/>
              </a:rPr>
              <a:t>DECISION DISCUSSION</a:t>
            </a:r>
          </a:p>
        </p:txBody>
      </p:sp>
      <p:sp>
        <p:nvSpPr>
          <p:cNvPr id="2" name="qa-title">
            <a:extLst>
              <a:ext uri="{FF2B5EF4-FFF2-40B4-BE49-F238E27FC236}">
                <a16:creationId xmlns:a16="http://schemas.microsoft.com/office/drawing/2014/main" id="{B32DF10F-A06C-41E2-9A84-767628EA5018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342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5400" b="1">
                <a:solidFill>
                  <a:srgbClr val="17304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5400" b="1">
                <a:solidFill>
                  <a:srgbClr val="173042"/>
                </a:solidFill>
                <a:latin typeface="Arial Rounded MT Bold"/>
                <a:ea typeface="Arial Rounded MT Bold"/>
                <a:cs typeface="Arial Rounded MT Bold"/>
              </a:rPr>
              <a:t>Q&amp;A</a:t>
            </a: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rcRect t="14880" b="14880"/>
          <a:stretch>
            <a:fillRect/>
          </a:stretch>
        </p:blipFill>
        <p:spPr>
          <a:xfrm>
            <a:off x="0" y="2038350"/>
            <a:ext cx="12192000" cy="4819650"/>
          </a:xfrm>
          <a:prstGeom prst="rect">
            <a:avLst/>
          </a:prstGeom>
        </p:spPr>
      </p:pic>
      <p:sp>
        <p:nvSpPr>
          <p:cNvPr id="5" name="signal-body-8">
            <a:extLst>
              <a:ext uri="{FF2B5EF4-FFF2-40B4-BE49-F238E27FC236}">
                <a16:creationId xmlns:a16="http://schemas.microsoft.com/office/drawing/2014/main" id="{D02834D4-09E7-4501-9767-DD60BEE09C14}"/>
              </a:ext>
            </a:extLst>
          </p:cNvPr>
          <p:cNvSpPr>
            <a:spLocks noGrp="1"/>
          </p:cNvSpPr>
          <p:nvPr/>
        </p:nvSpPr>
        <p:spPr>
          <a:xfrm>
            <a:off x="11353800" y="5953125"/>
            <a:ext cx="323850" cy="666750"/>
          </a:xfrm>
          <a:prstGeom prst="roundRect">
            <a:avLst>
              <a:gd name="adj" fmla="val 29412"/>
            </a:avLst>
          </a:prstGeom>
          <a:solidFill>
            <a:srgbClr val="152B3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/>
          </a:p>
        </p:txBody>
      </p:sp>
      <p:sp>
        <p:nvSpPr>
          <p:cNvPr id="6" name="signal-red-8">
            <a:extLst>
              <a:ext uri="{FF2B5EF4-FFF2-40B4-BE49-F238E27FC236}">
                <a16:creationId xmlns:a16="http://schemas.microsoft.com/office/drawing/2014/main" id="{C1215861-4444-4CA3-97BB-E834D72919A3}"/>
              </a:ext>
            </a:extLst>
          </p:cNvPr>
          <p:cNvSpPr>
            <a:spLocks noGrp="1"/>
          </p:cNvSpPr>
          <p:nvPr/>
        </p:nvSpPr>
        <p:spPr>
          <a:xfrm>
            <a:off x="11439525" y="6019800"/>
            <a:ext cx="152400" cy="152400"/>
          </a:xfrm>
          <a:prstGeom prst="ellipse">
            <a:avLst/>
          </a:prstGeom>
          <a:solidFill>
            <a:srgbClr val="E84A4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ignal-yellow-8">
            <a:extLst>
              <a:ext uri="{FF2B5EF4-FFF2-40B4-BE49-F238E27FC236}">
                <a16:creationId xmlns:a16="http://schemas.microsoft.com/office/drawing/2014/main" id="{7A7AEEE5-9743-42D6-BB6A-1326E3796CC8}"/>
              </a:ext>
            </a:extLst>
          </p:cNvPr>
          <p:cNvSpPr>
            <a:spLocks noGrp="1"/>
          </p:cNvSpPr>
          <p:nvPr/>
        </p:nvSpPr>
        <p:spPr>
          <a:xfrm>
            <a:off x="11439525" y="6210300"/>
            <a:ext cx="152400" cy="152400"/>
          </a:xfrm>
          <a:prstGeom prst="ellipse">
            <a:avLst/>
          </a:prstGeom>
          <a:solidFill>
            <a:srgbClr val="FFD54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ignal-green-8">
            <a:extLst>
              <a:ext uri="{FF2B5EF4-FFF2-40B4-BE49-F238E27FC236}">
                <a16:creationId xmlns:a16="http://schemas.microsoft.com/office/drawing/2014/main" id="{4E152EF6-8611-4444-90E6-806F7D40AD39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ellipse">
            <a:avLst/>
          </a:prstGeom>
          <a:solidFill>
            <a:srgbClr val="49C85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page-number-7">
            <a:extLst>
              <a:ext uri="{FF2B5EF4-FFF2-40B4-BE49-F238E27FC236}">
                <a16:creationId xmlns:a16="http://schemas.microsoft.com/office/drawing/2014/main" id="{46111DA4-DD6A-4940-B2F7-165F1FD53278}"/>
              </a:ext>
            </a:extLst>
          </p:cNvPr>
          <p:cNvSpPr>
            <a:spLocks noGrp="1"/>
          </p:cNvSpPr>
          <p:nvPr/>
        </p:nvSpPr>
        <p:spPr>
          <a:xfrm>
            <a:off x="11420475" y="639127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900" b="1">
                <a:solidFill>
                  <a:srgbClr val="152B3A"/>
                </a:solidFill>
                <a:latin typeface="Arial Rounded MT Bold"/>
                <a:ea typeface="Arial Rounded MT Bold"/>
                <a:cs typeface="Arial Rounded MT Bold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464189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Office PowerPoint</Application>
  <DocSecurity>0</DocSecurity>
  <PresentationFormat>寬螢幕</PresentationFormat>
  <Paragraphs>108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Microsoft JhengHei UI</vt:lpstr>
      <vt:lpstr>Arial Rounded MT Bold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OLD_RD3高帆君</cp:lastModifiedBy>
  <cp:revision>3</cp:revision>
  <dcterms:created xsi:type="dcterms:W3CDTF">2026-09-01T13:59:34Z</dcterms:created>
  <dcterms:modified xsi:type="dcterms:W3CDTF">2026-09-02T02:40:58Z</dcterms:modified>
</cp:coreProperties>
</file>