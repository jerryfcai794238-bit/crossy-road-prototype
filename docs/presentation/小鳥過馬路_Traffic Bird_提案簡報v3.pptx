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7eff873a7748db" /><Relationship Type="http://schemas.openxmlformats.org/officeDocument/2006/relationships/extended-properties" Target="/docProps/app.xml" Id="R4f4112e1531f4e80" /><Relationship Type="http://schemas.openxmlformats.org/officeDocument/2006/relationships/officeDocument" Target="/ppt/presentation.xml" Id="R46243f4a8113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569a0ec3954fd6"/>
  </p:sldMasterIdLst>
  <p:notesMasterIdLst>
    <p:notesMasterId xmlns:r="http://schemas.openxmlformats.org/officeDocument/2006/relationships" r:id="R891ef21848ac4f3b"/>
  </p:notesMasterIdLst>
  <p:sldIdLst>
    <p:sldId xmlns:r="http://schemas.openxmlformats.org/officeDocument/2006/relationships" id="256" r:id="R801dfd0767e5411e"/>
    <p:sldId xmlns:r="http://schemas.openxmlformats.org/officeDocument/2006/relationships" id="257" r:id="R9687a3dabf144413"/>
    <p:sldId xmlns:r="http://schemas.openxmlformats.org/officeDocument/2006/relationships" id="258" r:id="R10506442d3e74090"/>
    <p:sldId xmlns:r="http://schemas.openxmlformats.org/officeDocument/2006/relationships" id="259" r:id="R3f73528e6e6d4bca"/>
    <p:sldId xmlns:r="http://schemas.openxmlformats.org/officeDocument/2006/relationships" id="260" r:id="Re00dcaf679db437b"/>
    <p:sldId xmlns:r="http://schemas.openxmlformats.org/officeDocument/2006/relationships" id="261" r:id="R6925b0b27f0d442b"/>
    <p:sldId xmlns:r="http://schemas.openxmlformats.org/officeDocument/2006/relationships" id="262" r:id="R6ce69a3d1280402d"/>
    <p:sldId xmlns:r="http://schemas.openxmlformats.org/officeDocument/2006/relationships" id="263" r:id="R2f16b193ae124dc3"/>
    <p:sldId xmlns:r="http://schemas.openxmlformats.org/officeDocument/2006/relationships" id="264" r:id="Rc5f603944ad349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96c7140bd40b5" /><Relationship Type="http://schemas.openxmlformats.org/officeDocument/2006/relationships/slideMaster" Target="/ppt/slideMasters/slideMaster1.xml" Id="Rba569a0ec3954fd6" /><Relationship Type="http://schemas.openxmlformats.org/officeDocument/2006/relationships/notesMaster" Target="/ppt/notesMasters/notesMaster1.xml" Id="R891ef21848ac4f3b" /><Relationship Type="http://schemas.openxmlformats.org/officeDocument/2006/relationships/presProps" Target="/ppt/presProps.xml" Id="Ra096258b472e4551" /><Relationship Type="http://schemas.openxmlformats.org/officeDocument/2006/relationships/tableStyles" Target="/ppt/tableStyles.xml" Id="Raeff657ae0104b5c" /><Relationship Type="http://schemas.openxmlformats.org/officeDocument/2006/relationships/slide" Target="/ppt/slides/slide1.xml" Id="R801dfd0767e5411e" /><Relationship Type="http://schemas.openxmlformats.org/officeDocument/2006/relationships/slide" Target="/ppt/slides/slide2.xml" Id="R9687a3dabf144413" /><Relationship Type="http://schemas.openxmlformats.org/officeDocument/2006/relationships/slide" Target="/ppt/slides/slide3.xml" Id="R10506442d3e74090" /><Relationship Type="http://schemas.openxmlformats.org/officeDocument/2006/relationships/slide" Target="/ppt/slides/slide4.xml" Id="R3f73528e6e6d4bca" /><Relationship Type="http://schemas.openxmlformats.org/officeDocument/2006/relationships/slide" Target="/ppt/slides/slide5.xml" Id="Re00dcaf679db437b" /><Relationship Type="http://schemas.openxmlformats.org/officeDocument/2006/relationships/slide" Target="/ppt/slides/slide6.xml" Id="R6925b0b27f0d442b" /><Relationship Type="http://schemas.openxmlformats.org/officeDocument/2006/relationships/slide" Target="/ppt/slides/slide7.xml" Id="R6ce69a3d1280402d" /><Relationship Type="http://schemas.openxmlformats.org/officeDocument/2006/relationships/slide" Target="/ppt/slides/slide8.xml" Id="R2f16b193ae124dc3" /><Relationship Type="http://schemas.openxmlformats.org/officeDocument/2006/relationships/slide" Target="/ppt/slides/slide9.xml" Id="Rc5f603944ad3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882a90ae60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b7f55dea9e4530" /><Relationship Type="http://schemas.openxmlformats.org/officeDocument/2006/relationships/notesMaster" Target="/ppt/notesMasters/notesMaster1.xml" Id="Rd8d13f9a8c2143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6aeff7d02438e" /><Relationship Type="http://schemas.openxmlformats.org/officeDocument/2006/relationships/notesMaster" Target="/ppt/notesMasters/notesMaster1.xml" Id="Rfa04ca310f7f4e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15da9f4190417f" /><Relationship Type="http://schemas.openxmlformats.org/officeDocument/2006/relationships/notesMaster" Target="/ppt/notesMasters/notesMaster1.xml" Id="Rb9a17d39992f4b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a6e5025eb3422b" /><Relationship Type="http://schemas.openxmlformats.org/officeDocument/2006/relationships/notesMaster" Target="/ppt/notesMasters/notesMaster1.xml" Id="R07c0457f20794b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1b82cd13ab414a" /><Relationship Type="http://schemas.openxmlformats.org/officeDocument/2006/relationships/notesMaster" Target="/ppt/notesMasters/notesMaster1.xml" Id="Rd7cc7d96343641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9695448de5491e" /><Relationship Type="http://schemas.openxmlformats.org/officeDocument/2006/relationships/notesMaster" Target="/ppt/notesMasters/notesMaster1.xml" Id="Rd5ea46fcb60f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4e21031d594fff" /><Relationship Type="http://schemas.openxmlformats.org/officeDocument/2006/relationships/notesMaster" Target="/ppt/notesMasters/notesMaster1.xml" Id="R6a33826ad8394b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e1adf9d84645d5" /><Relationship Type="http://schemas.openxmlformats.org/officeDocument/2006/relationships/notesMaster" Target="/ppt/notesMasters/notesMaster1.xml" Id="R000f2191b5a040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eddf9155d84424" /><Relationship Type="http://schemas.openxmlformats.org/officeDocument/2006/relationships/notesMaster" Target="/ppt/notesMasters/notesMaster1.xml" Id="Rdef99e6a2fce43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今天要提案的是《小鳥過馬路》，希望以原本直覺的過馬路玩法為基礎，擴充成 5 人同時遊玩的多人派對遊戲。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今天會先快速看原本的核心玩法，再說明我們如何透過多人化，以及動態場景、體力、道具三個擴充，把它轉變成多人派對體驗。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競品原本以單人穿越道路、閃避障礙為主要體驗，操作直覺、理解門檻低。我們會保留這個核心，再加入 5 人同場競爭，讓原本的個人反應挑戰變成多人派對玩法。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影片安排：Artifact Tool 不支援可靠的 PowerPoint 原生影片嵌入，因此於正式交付資料夾保留同名來源 MP4，投影片明示播放檔案與 00:10–00:18 的使用範圍。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單人玩法加入 5 人同場後，核心不只是一起前進，而是大家會爭奪安全路線、彼此推擠。失足後會回出生點重新加入，因此每位玩家都能持續追趕，直到 120 秒結束依距離排名。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三個系統分別放大多人玩法的變化、決策與互動：動態場景讓大家搶路，體力讓移動時機有取捨，道具則讓玩家保護自己或直接影響局勢。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代表道具：落雷、火箭、老鷹、泡泡盾、蘇打汽水。這些名稱不作為本頁內容區塊，以維持資訊密度。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這些系統整合後，玩家不再只是自己閃車。動態場景會逼大家搶路，體力限制行動時機，道具又會改變局勢；即使失足也能回出生點重新追趕，讓整場持續有玩家互動與局勢變化。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下一步希望以 Prototype 驗證這三個核心擴充，確認在 5 人同場情境下，是否真的能產生預期的搶路、互動與反轉效果。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幣有兩個主要消耗來源：進局前購買一次性輔助，形成每局的小額穩定消耗；以及用金幣補足轉蛋進度，回收既有玩家的大量金幣。玩家主要仍透過對局收集羽毛與提高評價來取得轉蛋進度，最後解鎖外觀收藏，形成持續遊玩的循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資料來源：docs/presentation/提案簡報大綱v3.txt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Q&amp;A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be66e66664a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2785debd344a02" /><Relationship Type="http://schemas.openxmlformats.org/officeDocument/2006/relationships/slideLayout" Target="/ppt/slideLayouts/slideLayout1.xml" Id="Rdf1ce58ec67645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ce58ec67645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ac6076be143a9" /><Relationship Type="http://schemas.openxmlformats.org/officeDocument/2006/relationships/notesSlide" Target="/ppt/notesSlides/notesSlide1.xml" Id="Re9dbfdf1b3ce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ca1f433514f6e" /><Relationship Type="http://schemas.openxmlformats.org/officeDocument/2006/relationships/notesSlide" Target="/ppt/notesSlides/notesSlide2.xml" Id="Re9448671799f48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0cbb28fbb41c7" /><Relationship Type="http://schemas.openxmlformats.org/officeDocument/2006/relationships/notesSlide" Target="/ppt/notesSlides/notesSlide3.xml" Id="R4cd897266b9540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5a9c591794582" /><Relationship Type="http://schemas.openxmlformats.org/officeDocument/2006/relationships/notesSlide" Target="/ppt/notesSlides/notesSlide4.xml" Id="R3b7246ab57e140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7aab3c7bf4e6d" /><Relationship Type="http://schemas.openxmlformats.org/officeDocument/2006/relationships/notesSlide" Target="/ppt/notesSlides/notesSlide5.xml" Id="R9b1ceebaa59f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48509c45a45c0" /><Relationship Type="http://schemas.openxmlformats.org/officeDocument/2006/relationships/notesSlide" Target="/ppt/notesSlides/notesSlide6.xml" Id="R4d5331d99cc944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77ce1558c424b" /><Relationship Type="http://schemas.openxmlformats.org/officeDocument/2006/relationships/notesSlide" Target="/ppt/notesSlides/notesSlide7.xml" Id="R9ef57e2c2b95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bfae2a14b4af6" /><Relationship Type="http://schemas.openxmlformats.org/officeDocument/2006/relationships/notesSlide" Target="/ppt/notesSlides/notesSlide8.xml" Id="R57112d2bb4d547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af62a1c734cdb" /><Relationship Type="http://schemas.openxmlformats.org/officeDocument/2006/relationships/notesSlide" Target="/ppt/notesSlides/notesSlide9.xml" Id="Rb029f46b2027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20056-ECC7-4E2A-A50B-C9027879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4F827-ECD7-40A1-AE26-122B05A9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239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7AC03-5E5C-4E2C-9123-E53456B9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C3EE3-EE55-46DA-A91A-B3DA17B8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23812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A669D-9296-4FF3-AAA3-9D7FC6D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24050"/>
            <a:ext cx="1924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13EED-2E73-42E5-A88D-9DF35548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1924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2E41C-43F5-4992-B0D8-37C41ED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1924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11018-17F0-4A4E-B779-B427AE4E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小鳥過馬路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2912E-0F8E-4CD9-B40B-6DAB9F2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Traffic Bird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154D9-E977-4AB1-BDF5-3D684172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1148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F5E0A-924B-439C-B42B-BE6B589E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5 人多人派對玩法擴充提案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63D7B-6206-47AB-BEE3-E9A6AAB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研發三部 2組  高帆君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C8A8E-2244-4EFF-B818-1D08589D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44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263440"/>
                </a:solidFill>
                <a:latin typeface="Noto Sans TC"/>
                <a:ea typeface="Noto Sans TC"/>
                <a:cs typeface="Noto Sans TC"/>
              </a:rPr>
              <a:t>以直覺過馬路玩法，延伸 5 人同場競爭</a:t>
            </a:r>
          </a:p>
        </p:txBody>
      </p:sp>
    </p:spTree>
    <p:extLst>
      <p:ext uri="{BB962C8B-B14F-4D97-AF65-F5344CB8AC3E}">
        <p14:creationId xmlns:p14="http://schemas.microsoft.com/office/powerpoint/2010/main" val="97662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4F6B4F-B24A-487A-ADC4-717422C1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目錄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47C75-D436-43B3-963A-E9E81B23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62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7C7C6-5FEB-41C2-B04D-3497558B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536EE-53D6-417B-8741-E927F5D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9D6F1-A1E5-4366-89B6-07D62690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38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6C9F8-EFBE-4C9F-982A-12F6B7A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60020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競品玩法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302D9-77CB-451B-B638-BEE58685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5265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A98BB-E5B1-4C64-BDE9-47EB3B7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21286-B2DC-49EE-B224-6217CECE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88E48-F8CB-482B-AB33-52BDB2E7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812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5 人多人核心循環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30F45-C822-431C-B6D6-DFFC4E8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337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26EB9-F68E-4DC9-B948-2E8F1DB0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6A065-5798-4ADB-A4FE-2AD8307A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34E01-C080-4C60-8062-01C7FCB6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6230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三大玩法擴充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52B2-1765-4CFB-AEAF-705D7A1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9521C-7B0A-4B7E-A3B1-00D08C4B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0F684-54EE-414D-8508-37E32A92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DE00F-729E-4CD3-A564-A6FB5D7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433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整合後的派對樂趣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F892F-363F-4475-960B-8ED5994C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958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9F36D-AEBC-4BA6-9FDA-6F99FD9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101DF-884B-430A-A1B5-04350D7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F6A731-8161-487F-BBE9-0409901A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2440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結論與下一步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38B5C-CABD-46D5-A271-370CF20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7685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6234E-6D42-4D15-9AC4-9B43C662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1695450" cy="350520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B38FC-4593-4F45-A618-8BD0DF98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314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2–3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CED59-DA7D-4D4B-95A9-830A299A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提案簡報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D1094-90AE-4290-8D54-3995612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1341E-C8D7-44EB-B85C-94BC1F42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Bird｜5 人多人派對玩法擴充提案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54508-6F23-4097-934D-F5D44453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3567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1F64F5-1C15-42C6-BD26-514C070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競品玩法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8CFAD-593D-413A-B9AA-CD7F942E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62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C9AC6-C9BD-42CC-BDDA-E0D356A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371E2-2DBA-40E4-BDC7-F040E50B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3238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D0DC3-0F0B-436E-BC6B-C8A7B56E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EFDAA-55E9-4868-98D6-F029A143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↑↓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7237B-3834-40E7-B2DF-0F3A3090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基本操作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C456D-27F1-43E8-8B57-17C0C2B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上下左右移動角色，持續向前。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E87EB-5DD5-4F72-8653-C50DB4E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3238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29E73-42A1-4310-A3A3-32755747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90C77-C259-4B88-B53A-270BB998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0EDC0-165A-4039-84B0-5985F198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956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基本目標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79A58-D4CF-4EAC-ADA2-BC7B6CA1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閃避車輛、利用漂流木通過水面，盡可能走得更遠。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F14DC-71D0-46D8-9679-3993B688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238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1A696-8D4D-4053-BA10-C28C632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原玩法核心樂趣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06370-343B-402D-BDA9-CEE72D53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簡單操作 × 路況判斷 × 閃避反應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9EEC6-701D-4322-8396-D9DFDD5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69532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70C4B-FC28-4037-953D-16B8A9CE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6953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2FE06-7AB4-4E57-A897-716391E0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76400"/>
            <a:ext cx="643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指定競品影片｜單人穿越道路、閃避障礙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AFF5-5ED1-4693-A299-FB9D524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EC754-9896-42C4-B885-88144A91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60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267A8-8AE8-48C8-BDF4-DFA53DC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播放範圍 00:10–00:18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2EC11-6FE9-42AE-94BE-6A8799D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檔案：crossy-road-0010-0028.mp4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請與簡報置於同一資料夾播放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C955B-0E76-4D0F-B6FC-EC263A3D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7061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CDCC5-31F1-4281-9A4B-DF0A5A54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單人反應挑戰  →  5 人多人派對玩法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B63968-3AB4-44F6-80E5-1DEB0451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5CEF1-C26E-4F24-97E1-F4F662C4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Bird｜5 人多人派對玩法擴充提案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5DBEE-8A83-46E9-94C3-C99A6211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07256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00E0C0-807B-48F5-A68B-4846C22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5 人多人核心循環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64FF-2F80-4BA8-8739-B2D8DF67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62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06A2D-5A05-4826-A0B5-74536871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9A25F-A60D-4865-B8D7-EDDDA935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981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781F7-BAD0-4F2B-A0DD-07109F44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85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1495A-68DC-49E1-84C4-EA0CCDDF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85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E122A-C55C-4831-9920-8006038E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5 人同場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03CA6-52FA-430C-8F62-98A86F0E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同時向前推進。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ED10C-178C-4A02-939C-A67DD512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1981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0BBD9-5093-4CB2-9713-FBCBF73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85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E8A2E-89AA-4D3F-AAD9-16BA3AE3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85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6DF2D-39D4-4BBF-A233-DFDECFD2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954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相互推擠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7EDD6-6AE3-4896-ADFB-650A33FC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爭奪安全路線與通過時機。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4EA19-4D90-4A68-9493-9C0398CA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981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CC43D-214D-496E-8CF3-989A323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A06C1-76ED-40A0-965A-C93B4E27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E812C-6A8D-4E2A-9EF5-6B4701F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出生點重生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D9EDB-6B07-4111-9F1D-FB1CF39E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失足後立即重新加入。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296AC-29B6-4B59-B71B-C79BDBFC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81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C942A-9E3F-460C-9467-8DB8A7A3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6361C-E71B-4F70-ACB7-EB47596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120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DCE55-C6EC-4789-9F43-DE3AB986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120 秒排名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7F944-DE94-4156-B736-A8A110F6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依本局最高前進距離結算。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1F565-F204-44CF-B3C0-DDAB698F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11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搶路、推擠、追趕，讓每位玩家持續參與競爭。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13B271-7D88-4E75-933C-FCD35D7F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859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BE523B-3AE8-4431-84D6-E1586543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觀察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5CB18-1346-4CB1-954D-34B8DA90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8478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路況與其他玩家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8341A-D789-4E47-A068-EF70BCA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2675"/>
            <a:ext cx="1676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1B7F5-E18F-42C3-9310-89F9E604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選擇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F05CB-B9CC-4C1E-B46E-D92B054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146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路線與通過時機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0739F-6A09-49DE-A6FA-68E010D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2DB9CB-E9BB-4A90-9154-0F602EFE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移動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443037-CDB2-458C-AEA8-E50E5BC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672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閃避或相互推擠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06C185-9F95-4F8B-90FE-F1748AE1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52925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ACCE1F-C319-4B8D-8290-8ABA5A49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481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結果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CC8496-6BB8-4B8A-B24A-CEB76DC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148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推進或回出生點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FD01C4-C4E8-4B62-903F-6F76D1B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1B8672-8E94-4324-A669-C89A3D2D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813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追趕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1764E9-4C8E-4F0F-9CC7-BC432878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480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依距離持續排名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45A748-D285-481F-9825-D9878A9F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17145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8C44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50CFFF-8FA6-406E-AED4-F6E2A543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5 人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多人競爭</a:t>
            </a:r>
          </a:p>
        </p:txBody>
      </p:sp>
      <p:cxnSp>
        <p:nvCxnSpPr>
          <p:cNvPr id="137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rot="16200000" flipH="1">
            <a:off x="9005888" y="2043113"/>
            <a:ext cx="866775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9BD3"/>
            </a:solidFill>
            <a:prstDash val="solid"/>
            <a:head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28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rot="5400000">
            <a:off x="9772650" y="3181350"/>
            <a:ext cx="866775" cy="5810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9BD3"/>
            </a:solidFill>
            <a:prstDash val="solid"/>
            <a:head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31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rot="5400000">
            <a:off x="8567738" y="4252913"/>
            <a:ext cx="447675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9BD3"/>
            </a:solidFill>
            <a:prstDash val="solid"/>
            <a:head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34" idx="1"/>
            <a:endCxn xmlns:a="http://schemas.openxmlformats.org/drawingml/2006/main" id="37" idx="2"/>
          </p:cNvCxnSpPr>
          <p:nvPr/>
        </p:nvCxnSpPr>
        <p:spPr>
          <a:xfrm xmlns:a="http://schemas.openxmlformats.org/drawingml/2006/main" rot="16200000" flipH="1">
            <a:off x="5991225" y="3924300"/>
            <a:ext cx="923925" cy="619125"/>
          </a:xfrm>
          <a:prstGeom xmlns:a="http://schemas.openxmlformats.org/drawingml/2006/main" prst="curvedConnector3">
            <a:avLst>
              <a:gd name="adj1" fmla="val 88846"/>
            </a:avLst>
          </a:prstGeom>
          <a:ln xmlns:a="http://schemas.openxmlformats.org/drawingml/2006/main" w="19050">
            <a:solidFill>
              <a:srgbClr val="2F9BD3"/>
            </a:solidFill>
            <a:prstDash val="solid"/>
            <a:head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37" idx="0"/>
            <a:endCxn xmlns:a="http://schemas.openxmlformats.org/drawingml/2006/main" id="25" idx="1"/>
          </p:cNvCxnSpPr>
          <p:nvPr/>
        </p:nvCxnSpPr>
        <p:spPr>
          <a:xfrm xmlns:a="http://schemas.openxmlformats.org/drawingml/2006/main" rot="5400000">
            <a:off x="6148388" y="1824038"/>
            <a:ext cx="1257300" cy="1266825"/>
          </a:xfrm>
          <a:prstGeom xmlns:a="http://schemas.openxmlformats.org/drawingml/2006/main" prst="curvedConnector3">
            <a:avLst>
              <a:gd name="adj1" fmla="val 59211"/>
            </a:avLst>
          </a:prstGeom>
          <a:ln xmlns:a="http://schemas.openxmlformats.org/drawingml/2006/main" w="19050">
            <a:solidFill>
              <a:srgbClr val="2F9BD3"/>
            </a:solidFill>
            <a:prstDash val="solid"/>
            <a:head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5447B6-3268-40D4-8F91-8E2A2BAF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1AF2F7-0143-4880-AFE1-3904702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Bird｜5 人多人派對玩法擴充提案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1648CB-9BA3-4B8D-BA3C-96464159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7327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5DA207-46A2-4F46-B07A-E74EE76E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三大玩法擴充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C7E7C-BC52-4591-B9F1-A4A86566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62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9E40A-6392-47C2-81F1-CD6BECA9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4D8F2-05F5-47FE-9FB5-673BA59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331470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A2A85-1317-4278-9107-A653BC1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9335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B79C3-ADD6-4AB9-B4CD-1C6D62C6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76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2A53A-148D-4AC8-9DDC-2AA32AC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動態場景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B4C3F-C646-4235-8CC1-D198BD19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改變可通行路線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4A77A-F242-4E0D-8049-709B0C8A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坑洞限制路線；斷橋形成搶路；高速車輛提高局部風險。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AB219-04DA-485A-871C-EBD8C557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85925"/>
            <a:ext cx="331470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7BC2B-8F5C-4AE3-9460-85F8DDB6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335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D6F11-A975-4F21-A024-7CF04414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728FC-B237-47BF-8B8E-05E72AEB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體力策略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2D2A7-054E-46EE-9FFC-29157E0B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創造移動時機的取捨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54A4B-1EA5-4C36-A9C3-463117A5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每次移動消耗體力，停留後恢復；玩家需選擇前進、等待或冒險搶路。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2F413-82C5-45D4-B9FF-FB816A4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85925"/>
            <a:ext cx="331470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C43D0-EC1F-45CB-8B35-8D1B7821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335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51A20-F890-4C64-89A0-CEA131C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76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3603D-556D-448D-BE88-87DC0836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互動道具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9D721-1CC6-4962-919E-30750C12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保護自己或影響局勢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DF361-84F4-40CE-86CF-3D09AB0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952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問號箱隨機提供道具，形成攻擊、保護與追趕的玩家互動。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24917-E3A6-4B42-8B2B-0B74785C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7061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D8C5A-5277-4E06-B88A-40695FDD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244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動態場景製造變化  ＋  體力製造決策  ＋  道具製造玩家互動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61265-2123-4402-B7E9-25D3D6A6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C26D0-6835-42E5-B997-AB4621A9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Bird｜5 人多人派對玩法擴充提案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6E192-DC6C-43D4-A804-85EA0BBE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96433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BB80E7-434C-431C-AEBD-6A755342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整合後的派對樂趣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9B29A-2C77-4C2C-8676-D2A3D6E7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62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586E2-84FD-4D3F-8FE0-0C824C3F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4F930-12FF-440E-9E1A-9B708F8B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228850" cy="31432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008E8-B74C-4A40-808C-01188D6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原本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048B7-64A2-4CFD-B53D-3A11CF5D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自己閃車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往前走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9BE25-0109-47DB-8E38-D73385A6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228850" cy="31432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01E75-71B3-47E0-A43B-A218E30B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9B4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59B4C"/>
                </a:solidFill>
                <a:latin typeface="Noto Sans TC"/>
                <a:ea typeface="Noto Sans TC"/>
                <a:cs typeface="Noto Sans TC"/>
              </a:rPr>
              <a:t>擴充後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70B57-18E4-4663-A2AB-511AC65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65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五個人一起搶路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互相影響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持續追趕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C5FC8-9ACD-486A-A2F1-FABEEBF8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6685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A7837-F9B3-4853-AE1B-ACF9247D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525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0A301-3BCB-441C-8D7E-03B0097C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62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B315E-0741-4C0E-BFCD-14D1BEB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多人同時前進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EEAA9-5495-4F7F-9095-D54ED7AD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3360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58CDC-E03B-466F-A107-783A0B42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19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B3215-0891-4648-9A19-209BAEDF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288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5ED3D-F183-4676-AC4A-5F52FD7F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動態場景改變安全路線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BC3E3-3E12-4503-BFCE-934DDEED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335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D2C4E-D665-4177-922E-C609EA54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035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E2D48-D256-48A1-8E8B-33245696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86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8C491-4266-4F77-8556-A7271F14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1CD91-9133-4FFB-A28C-EEE17A3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判斷體力與移動時機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E65CB-7FED-4A18-A164-46F5C049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032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6E639-13EC-449A-AF8C-C4438E74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61D98-E6EE-4DF7-AB16-C4D07A4F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52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4A8A2-F036-45F0-971F-CF601CD1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6503E-7D6A-4FF9-97FD-45F251AA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彼此搶路、使用道具干擾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D84CC-484D-4864-907A-49E232F2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670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5378D-585D-48B1-A075-FBFAD51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3385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B3FC6-CD61-49AD-ADE8-D40E5AB7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195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D4598-E6DB-4C45-855F-191452C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407DB-16F5-4E12-81CD-297B4AC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291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失足後回出生點重生並繼續追趕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73F74A-5B46-4CB8-9F9D-D7EF0D36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3382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53C8C-CA88-4D9D-A745-9CAC35EC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0060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A49C6C-3D09-4CE4-8F7B-E0DD2714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86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EA100-95C5-4BB9-AA5C-FBD536E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958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ED978C-4F25-4518-95E7-BAE11348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95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局勢持續出現變化與反轉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831684-E6F2-4786-B23C-6719AE6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005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60775E-A2CC-4A7E-880A-8CAA8E1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149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動態場景、體力與道具，共同放大多人互動。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F1317B-DE3B-4B2F-89E3-ACFC92EE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E7253-4856-4BD5-AA99-F8890F08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Bird｜5 人多人派對玩法擴充提案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CB0865-A539-4502-BAD5-A12E0A8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30085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8EB36-4A2E-486F-AB27-B57B5E4A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結論／下一步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1E619-909D-41F1-8268-2B8CD40B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62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A27FE-7CC8-49DD-8E22-2D3B371F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7C493-5DD1-4CC4-892A-F1C48C4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9791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55A51-356E-4B17-8BFC-476A2EEC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33550"/>
            <a:ext cx="922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以直覺的過馬路玩法為基礎，加入 5 人競爭、動態場景、體力策略與互動道具，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打造容易理解、具追趕與互動性的多人派對遊戲。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2A481-4D6D-4DD3-AFE9-4EE47C24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38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Prototype 優先驗證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AB479-01A8-4896-AEC1-BDA32A66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10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E39E7-2070-471E-A00D-332FF242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7192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0FC4D-B169-49F8-A25C-99B3B37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196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動態場景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C47D7-4E0C-4417-88E7-A8EF8F4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10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824E3-5FE0-4D43-A30E-72BA4703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7192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DC6BF-95CF-4C03-8955-6F4120B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196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體力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FD434-2BDC-4991-9412-30D8D3B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0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DD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7E703-84E5-4CB9-A019-75C755C9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7192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3EBAE-CF00-4549-BFA5-E1670F3B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96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道具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2BD23-1E64-4A4B-A4D1-E71D883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81650"/>
            <a:ext cx="76581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FC0AD-D226-426F-B40F-00C375E5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驗證搶路、互動、追趕與反轉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1ADE3-5FDA-46DE-A67A-4077A5A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43927-C86E-4B35-9C55-4FCA20B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Bird｜5 人多人派對玩法擴充提案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5E5D9-FF1C-45BE-AE1B-A44E70CA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39018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8FE437-CCA5-4EB0-AEE5-C5EEA0C3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遊玩與金幣消耗循環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BC1B3-8D73-4140-BEC0-B0F3F360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33475"/>
            <a:ext cx="62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648F5-5544-4A9E-98E5-F16A1FBA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AB0DD-1F92-4240-BC30-619C99F2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AAB54-F40D-4786-A460-D7E6DDC9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781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進局前</a:t>
            </a:r>
          </a:p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消耗金幣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FD844-5AC1-4F33-B7B8-A5D3B38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攜帶 1 個一次性</a:t>
            </a:r>
          </a:p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輔助道具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273ED-96A0-4C23-9CBE-A2B12C06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B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8F192-39DF-465A-8894-EC44D9A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CF8C6-2B35-472C-872F-0B5684D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14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781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對局收集</a:t>
            </a:r>
          </a:p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羽毛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A16A1-0CDF-4F1A-B496-EBB5C4E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193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羽毛轉換為</a:t>
            </a:r>
          </a:p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轉蛋進度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1DFC6-5C82-4E70-9D3C-810A1D3E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22BD8-3160-492C-840E-A9E13C13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FC7D0-4D75-431F-BF34-F887B5F3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14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評價加成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704B4-13B5-4EE1-AE89-51265E3B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193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依前進步數結算</a:t>
            </a:r>
          </a:p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S／SS／SSS 提高進度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2D094-78CB-4253-9E05-616C6C8D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4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C962E-D209-4AD0-8535-B8DA7341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F1834-BB23-42B4-A29F-7F1BF9F6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14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781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累積轉蛋</a:t>
            </a:r>
          </a:p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進度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B93F6-EE32-4ADA-BA10-6F014DED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達 100% 即可</a:t>
            </a:r>
          </a:p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免費轉蛋 1 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658E9-FA5E-4EF9-B192-17C23C97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4A506-1614-45EA-9B5C-47A25D07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09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98DA7-F68E-40F6-8554-1C02FBA7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14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轉蛋收藏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0DA3C-3590-4BD0-A1B7-D7FAF9C9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193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角色、造型、</a:t>
            </a:r>
          </a:p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表情、特效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BE706-DB95-4D77-8E94-2608C3FB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B4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6212E-6F82-4174-80AF-AFA21C15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76F19-DF75-4054-AADE-4C3D097F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14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再次遊玩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BD5EC-8EDF-4C6D-9216-4B99C811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193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收藏帶回多人對局</a:t>
            </a:r>
          </a:p>
          <a:p xmlns:a="http://schemas.openxmlformats.org/drawingml/2006/main">
            <a:pPr algn="ct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持續展示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BD591-6C57-42C3-BFAD-47FCB4CB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051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BD3"/>
          </a:solidFill>
          <a:ln xmlns:a="http://schemas.openxmlformats.org/drawingml/2006/main" w="0">
            <a:noFill/>
          </a:ln>
        </p:spPr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33600" y="2305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9BD3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924300" y="2305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9BD3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715000" y="2305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9BD3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05700" y="2305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9BD3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296400" y="2305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9BD3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4" idx="2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>
            <a:off x="1419225" y="2800350"/>
            <a:ext cx="8953500" cy="0"/>
          </a:xfrm>
          <a:prstGeom xmlns:a="http://schemas.openxmlformats.org/drawingml/2006/main" prst="curvedConnector2">
            <a:avLst/>
          </a:prstGeom>
          <a:ln xmlns:a="http://schemas.openxmlformats.org/drawingml/2006/main" w="19050">
            <a:solidFill>
              <a:srgbClr val="2F9BD3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3D4F13-9784-41C3-B510-96A55B00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B4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4763E8-1D19-4F79-B082-3775625B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低額、高頻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4634D2-77FA-489B-BDDA-6232D5B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3733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C4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5A8CAC-CA36-4F72-87D1-A6A6AEBF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金幣加速｜消耗金幣補足進度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ECC1E9-E8C9-4077-9754-C1E2745F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0%＝160,000　／　50%＝80,000</a:t>
            </a:r>
          </a:p>
          <a:p xmlns:a="http://schemas.openxmlformats.org/drawingml/2006/main">
            <a:pPr algn="ctr">
              <a:def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90%＝16,000　／　100%＝免費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6BB02D-84F4-481C-B99D-2221B5A6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05325"/>
            <a:ext cx="1676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44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E89E3E-5684-41BE-A56E-A35E971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1676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高額、低頻</a:t>
            </a:r>
          </a:p>
        </p:txBody>
      </p:sp>
      <p:cxnSp>
        <p:nvCxnSpPr>
          <p:cNvPr id="90" name=""/>
          <p:cNvCxnSpPr>
            <a:stCxn xmlns:a="http://schemas.openxmlformats.org/drawingml/2006/main" id="16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791325" y="2800350"/>
            <a:ext cx="90487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B4C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BF9439-8909-43C2-B695-72AE669B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4005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BFB"/>
          </a:solidFill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33F048-E2B3-49F3-AE08-DD385407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有限轉蛋池｜完整收藏目標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675210-72D1-4471-B7DD-765FE20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抽到即從獎池移除，最終可抽完整池；</a:t>
            </a:r>
          </a:p>
          <a:p xmlns:a="http://schemas.openxmlformats.org/drawingml/2006/main">
            <a:pPr algn="ctr">
              <a:def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取得的收藏可帶回多人對局展示。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02350-0AAB-4971-BD0E-A6AF62AA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7061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909498-B6FB-4F04-B6D7-02D5904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340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遊玩累積進度  ×  金幣加速收藏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AB4227-B041-4257-94B2-D50B9E0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6E30FA-C177-49AA-B7E5-8FD71506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Bird｜多人派對玩法提案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7D514F-9396-4919-BBF1-9206CF6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51809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AFE0F-4EA4-4A37-B59A-9B8675D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478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B1D5D-AB6A-4661-BA6D-3C3F49DF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D4F4A-2913-4853-AF7F-2C07690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4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676B2-1A3E-406F-A3D5-1F0443EB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謝謝聆聽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9E26F-E081-4236-A043-91EB548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小鳥過馬路  Traffic Bird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1D731-4E9C-4A3D-846C-51EC7E0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BC5FE-98E3-4D5C-9CCF-38E3357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Bird｜5 人多人派對玩法擴充提案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F1C22-E1DC-44E7-A2E8-566B0979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12713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2026-09-17T07:01:10.4540000Z</dcterms:created>
  <dcterms:modified xsi:type="dcterms:W3CDTF">2026-09-17T07:01:10.4540000Z</dcterms:modified>
</coreProperties>
</file>